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Sorting Materials into Groups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Science - 6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Sorting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Sorting materials is an important part of our daily life.</a:t>
            </a:r>
          </a:p>
          <a:p>
            <a:r>
              <a:t>• We sort materials to identify their uses and benefits.</a:t>
            </a:r>
          </a:p>
          <a:p>
            <a:r>
              <a:t>• There are different groups of materials based on their properties and uses.</a:t>
            </a:r>
          </a:p>
          <a:p>
            <a:r>
              <a:t>• Today, we will learn about sorting materials into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Grouping Based on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Grouping materials based on properties helps us identify similarities and differences.</a:t>
            </a:r>
          </a:p>
          <a:p>
            <a:r>
              <a:t>• Properties like color, shape, size, texture, density, magnetic, and conductive can be used for grouping.</a:t>
            </a:r>
          </a:p>
          <a:p>
            <a:r>
              <a:t>• We group materials into categories such as metals, non-metals, and minerals.</a:t>
            </a:r>
          </a:p>
          <a:p>
            <a:r>
              <a:t>• This helps in understanding the characteristics of different materials.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Around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Natural materials: soil, water, wood, plants</a:t>
            </a:r>
          </a:p>
          <a:p>
            <a:r>
              <a:t>• Metals: iron, copper, aluminum, steel</a:t>
            </a:r>
          </a:p>
          <a:p>
            <a:r>
              <a:t>• Non-metals: carbon, sulfur, nitrogen</a:t>
            </a:r>
          </a:p>
          <a:p>
            <a:r>
              <a:t>• Synthetic materials: plastic, nylon, polyester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Activity: Grouping Everyday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Introduce everyday items such as pencils, books, toys, clothes, and food packets.</a:t>
            </a:r>
          </a:p>
          <a:p>
            <a:r>
              <a:t>• Ask students to sort these items into groups based on their properties like texture, shape, color, or material.</a:t>
            </a:r>
          </a:p>
          <a:p>
            <a:r>
              <a:t>• Discuss why grouping is necessary and how it helps in understanding the characteristics of each group.</a:t>
            </a:r>
          </a:p>
          <a:p>
            <a:r>
              <a:t>• Have students share and explain their sorted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Solids, Liquids, and Gases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Solids: Keep their shape, volume does not change, fixed position.</a:t>
            </a:r>
          </a:p>
          <a:p>
            <a:r>
              <a:t>• Liquids: Take the shape of container, volume changes when poured, can flow.</a:t>
            </a:r>
          </a:p>
          <a:p>
            <a:r>
              <a:t>• Gases: Neither keep shape nor volume, expand to fill container, have no definite shape.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Quiz: Classifying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materials into three main groups: Natural, Man-made (Synthetic), and Mineral.</a:t>
            </a:r>
          </a:p>
          <a:p>
            <a:r>
              <a:t>• Identify examples of each group:</a:t>
            </a:r>
          </a:p>
          <a:p>
            <a:r>
              <a:t>	+ Natural: wood, fabric, paper</a:t>
            </a:r>
          </a:p>
          <a:p>
            <a:r>
              <a:t>	+ Man-made (Synthetic): plastic, metal, glass</a:t>
            </a:r>
          </a:p>
          <a:p>
            <a:r>
              <a:t>	+ Mineral: stone, sand, soil</a:t>
            </a:r>
          </a:p>
          <a:p>
            <a:r>
              <a:t>• Explain the characteristics that help to classify materials into these groups.</a:t>
            </a:r>
          </a:p>
          <a:p>
            <a:r>
              <a:t>• Examples of real-life scenarios where we use different types of materials.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Natural and Man-Made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Natural objects are made by nature, such as rocks, plants, and animals.</a:t>
            </a:r>
          </a:p>
          <a:p>
            <a:r>
              <a:t>• Man-made objects are created by humans using materials like metals, plastics, and wood.</a:t>
            </a:r>
          </a:p>
          <a:p>
            <a:r>
              <a:t>• Sorting natural and man-made objects helps us understand their properties and uses.</a:t>
            </a:r>
          </a:p>
          <a:p>
            <a:r>
              <a:t>• Examples: leaves (natural), pen (man-made); tree trunk (natural), chair (man-made).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Technology in Material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 can use computers and apps to help us sort materials into groups.</a:t>
            </a:r>
          </a:p>
          <a:p>
            <a:r>
              <a:t>• Online resources like videos and images can show how different materials behave under various conditions.</a:t>
            </a:r>
          </a:p>
          <a:p>
            <a:r>
              <a:t>• Scanning tools can identify specific materials, such as metals or plastics, using their unique properties.</a:t>
            </a:r>
          </a:p>
          <a:p>
            <a:r>
              <a:t>• Digital scales can measure the weight of materials accurately for sorting and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Trip: Visit to a Recycling Plant (Virtual)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Purpose: To understand how materials are sorted at a recycling plant.</a:t>
            </a:r>
          </a:p>
          <a:p>
            <a:r>
              <a:t>• Virtual tour: Explore the facility's different sections, such as sorting, processing, and recycling.</a:t>
            </a:r>
          </a:p>
          <a:p>
            <a:r>
              <a:t>• Sorting Materials into Groups: Observe how materials like paper, plastic, glass, and metal are separated and grouped for proper disposal.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Review: Sorting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 have learned about sorting materials into groups.</a:t>
            </a:r>
          </a:p>
          <a:p>
            <a:r>
              <a:t>• Groups can be classified as Natural or Man-made Materials.</a:t>
            </a:r>
          </a:p>
          <a:p>
            <a:r>
              <a:t>• Examples of Natural Materials are wood, rocks, soil, leaves, etc.</a:t>
            </a:r>
          </a:p>
          <a:p>
            <a:r>
              <a:t>• Examples of Man-made Materials are plastics, metals, cloth, paper,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