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Maths - 8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graph is a visual representation of a relationship between two variables.</a:t>
            </a:r>
          </a:p>
          <a:p>
            <a:r>
              <a:t>• It consists of two axes: x-axis (horizontal) and y-axis (vertical).</a:t>
            </a:r>
          </a:p>
          <a:p>
            <a:r>
              <a:t>• The x-axis represents the input or independent variable, while the y-axis represents the output or dependent variable.</a:t>
            </a:r>
          </a:p>
          <a:p>
            <a:r>
              <a:t>• Graphs are used to show patterns, trends, and relationships in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Graph: shows change over time on a straight line</a:t>
            </a:r>
          </a:p>
          <a:p>
            <a:r>
              <a:t>• Bar Graph: compares values using bars of different lengths</a:t>
            </a:r>
          </a:p>
          <a:p>
            <a:r>
              <a:t>• Pie Chart: shows parts of a whole as slices of a circle</a:t>
            </a:r>
          </a:p>
          <a:p>
            <a:r>
              <a:t>• Histogram: displays data distribution in bars for continuous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coordinate is a point on a grid that has an x-coordinate (horizontal) and a y-coordinate (vertical).</a:t>
            </a:r>
          </a:p>
          <a:p>
            <a:r>
              <a:t>• The origin, denoted as O or (0, 0), is the central point of the grid.</a:t>
            </a:r>
          </a:p>
          <a:p>
            <a:r>
              <a:t>• Coordinates are written in parentheses as (x, y), where x is the horizontal distance from the origin and y is the vertical distance.</a:t>
            </a:r>
          </a:p>
          <a:p>
            <a:r>
              <a:t>• Positive coordinates move to the right and upwards, while negative coordinates move to the left and downwards.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Plotting Points on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Cartesian plane has four quadrants (I, II, III, IV) represented by (+, +), (-, +), (-, -), and (+, -).</a:t>
            </a:r>
          </a:p>
          <a:p>
            <a:r>
              <a:t>• A point on a graph is plotted using an ordered pair (x, y) where x represents the horizontal distance and y represents the vertical distance from the origin.</a:t>
            </a:r>
          </a:p>
          <a:p>
            <a:r>
              <a:t>• The x-axis is used to represent the horizontal distances with positive values to the right of the origin and negative values to the left.</a:t>
            </a:r>
          </a:p>
          <a:p>
            <a:r>
              <a:t>• Similarly, the y-axis is used for vertical distances with positive values above the origin and negative values below.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Applications of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Mapping routes with coordinates on a map.</a:t>
            </a:r>
          </a:p>
          <a:p>
            <a:r>
              <a:t>• Designing and optimizing bus or train schedules using time-distance graphs.</a:t>
            </a:r>
          </a:p>
          <a:p>
            <a:r>
              <a:t>• Modeling population growth or decline using bar graphs and line graphs.</a:t>
            </a:r>
          </a:p>
          <a:p>
            <a:r>
              <a:t>• Representing scores of athletes in various sports events using graph types like histograms and scatter plots.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Activity: Creating Bar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 the problem carefully and identify what information is given.</a:t>
            </a:r>
          </a:p>
          <a:p>
            <a:r>
              <a:t>• Choose suitable data for creating a bar graph (max 5-6 bars).</a:t>
            </a:r>
          </a:p>
          <a:p>
            <a:r>
              <a:t>• Label the x-axis with categories, y-axis with scale.</a:t>
            </a:r>
          </a:p>
          <a:p>
            <a:r>
              <a:t>• Calculate and plot heights of bars accurately.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in Learning: Using Graphing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 Desmos or GeoGebra software for graphing.</a:t>
            </a:r>
          </a:p>
          <a:p>
            <a:r>
              <a:t>• Use real-life examples, like road trip graphs, to demonstrate applications of graphs.</a:t>
            </a:r>
          </a:p>
          <a:p>
            <a:r>
              <a:t>• Explore different graph types, such as linear, quadratic, and circular functions.</a:t>
            </a:r>
          </a:p>
          <a:p>
            <a:r>
              <a:t>• Have students create their own graphs using the software to represent mathematical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and Interpreting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the axes: x-axis (horizontal) represents independent variable, y-axis (vertical) represents dependent variable.</a:t>
            </a:r>
          </a:p>
          <a:p>
            <a:r>
              <a:t>• Reading values from graph: find point on graph corresponding to given value, use coordinates (x,y) to represent value.</a:t>
            </a:r>
          </a:p>
          <a:p>
            <a:r>
              <a:t>• Interpreting slope and intercepts: positive slope means increasing trend, negative slope means decreasing trend.</a:t>
            </a:r>
          </a:p>
          <a:p>
            <a:r>
              <a:t>• Identifying key points: minimum/maximum point of parabola, axis of symmetry for quadratic functions.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Activity: Exploring 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To understand how pie charts represent data visually.</a:t>
            </a:r>
          </a:p>
          <a:p>
            <a:r>
              <a:t>• Task: Students will create a pie chart using a given dataset about favorite colors of students in their class.</a:t>
            </a:r>
          </a:p>
          <a:p>
            <a:r>
              <a:t>• Procedure:</a:t>
            </a:r>
          </a:p>
          <a:p>
            <a:r>
              <a:t>  - Collect data on favorite colors from students</a:t>
            </a:r>
          </a:p>
          <a:p>
            <a:r>
              <a:t>  - Create a table with color as the category and number of students as the value</a:t>
            </a:r>
          </a:p>
          <a:p>
            <a:r>
              <a:t>  - Calculate total number of students</a:t>
            </a:r>
          </a:p>
          <a:p>
            <a:r>
              <a:t>  - Determine angle for each color using formula (number of students / total students) × 360°</a:t>
            </a:r>
          </a:p>
          <a:p>
            <a:r>
              <a:t>  - Label and draw pie chart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Recap: Key concepts covered in Introduction to Graphs.</a:t>
            </a:r>
          </a:p>
          <a:p>
            <a:r>
              <a:t>• Summary of important terms: axes, coordinates, x and y-intercepts.</a:t>
            </a:r>
          </a:p>
          <a:p>
            <a:r>
              <a:t>• Main learning objectives: identifying point on a grid, plotting graphs, understanding axis labels.</a:t>
            </a:r>
          </a:p>
          <a:p>
            <a:r>
              <a:t>• Next steps: Practice more graph-related problems, explore real-world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