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Components of Food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Science - 6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Components of Food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 need food to give us energy to perform daily activities.</a:t>
            </a:r>
          </a:p>
          <a:p>
            <a:r>
              <a:t>• Our body uses different parts of a food item in various ways, e.g., carbohydrates for energy, proteins for growth.</a:t>
            </a:r>
          </a:p>
          <a:p>
            <a:r>
              <a:t>• A balanced diet is essential for good health and prevents diseases like malnutrition.</a:t>
            </a:r>
          </a:p>
          <a:p>
            <a:r>
              <a:t>• Eating all types of food helps us understand their importance and promotes respect for farmers who grow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Nutrients and Their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Carbohydrates: Provide energy to our body, like petrol for a car.</a:t>
            </a:r>
          </a:p>
          <a:p>
            <a:r>
              <a:t>• Proteins: Help build and repair tissues, muscles, and organs in our body.</a:t>
            </a:r>
          </a:p>
          <a:p>
            <a:r>
              <a:t>• Fats: Act as an energy source, keeping us warm and healthy.</a:t>
            </a:r>
          </a:p>
          <a:p>
            <a:r>
              <a:t>• Vitamins and minerals: Essential for growth, maintaining health, and preventing diseases.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Carbohydrates: Energy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Carbohydrates are the body's main source of energy.</a:t>
            </a:r>
          </a:p>
          <a:p>
            <a:r>
              <a:t>• They are found in foods like rice, wheat, and potatoes which provide us with the strength we need to work hard.</a:t>
            </a:r>
          </a:p>
          <a:p>
            <a:r>
              <a:t>• Consuming a balanced diet that includes carbohydrates helps maintain our physical and mental well-being.</a:t>
            </a:r>
          </a:p>
          <a:p>
            <a:r>
              <a:t>• Eating too much or too little carbohydrate can affect our body's functioning.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Proteins: Body Building Nutrients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Proteins help build strong muscles that enable us to run, jump, and play.</a:t>
            </a:r>
          </a:p>
          <a:p>
            <a:r>
              <a:t>• Our body uses proteins to repair damaged tissues and fight against diseases.</a:t>
            </a:r>
          </a:p>
          <a:p>
            <a:r>
              <a:t>• Good nutrition habits can make our skin healthy and smooth, just like a strong foundation for a building.</a:t>
            </a:r>
          </a:p>
          <a:p>
            <a:r>
              <a:t>• Eating proteins regularly helps develop strength and endurance.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Fats: Energy and Stored Fuel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Fats provide energy to our body when we need it.</a:t>
            </a:r>
          </a:p>
          <a:p>
            <a:r>
              <a:t>• They are an important stored fuel that helps us stay active throughout the day.</a:t>
            </a:r>
          </a:p>
          <a:p>
            <a:r>
              <a:t>• Eating too much fat can lead to health problems, teaching us about moderation in eating.</a:t>
            </a:r>
          </a:p>
          <a:p>
            <a:r>
              <a:t>• Our bodies use fat to keep warm and for healthy skin and hair.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Vitamins and Minerals: Protective Foods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Vitamins help our body fight against diseases.</a:t>
            </a:r>
          </a:p>
          <a:p>
            <a:r>
              <a:t>• Minerals are essential for healthy bones and teeth.</a:t>
            </a:r>
          </a:p>
          <a:p>
            <a:r>
              <a:t>• Carrot is a rich source of vitamin A, which helps us see clearly in the dark.</a:t>
            </a:r>
          </a:p>
          <a:p>
            <a:r>
              <a:t>• Eating a variety of foods daily ensures we get all necessary vitamins and minerals.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Dietary Fibre and Water: Essential Non-nutrients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Dietary fibre helps in maintaining healthy digestion and prevents constipation.</a:t>
            </a:r>
          </a:p>
          <a:p>
            <a:r>
              <a:t>• Adequate water intake is essential for dissolving dietary fibre, making it easier to digest.</a:t>
            </a:r>
          </a:p>
          <a:p>
            <a:r>
              <a:t>• Drinking enough water also helps prevent dehydration, a condition that can lead to health problems.</a:t>
            </a:r>
          </a:p>
          <a:p>
            <a:r>
              <a:t>• Staying hydrated is important for overall well-being and maintaining energy levels throughout the 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Identifying Nutrients in Common Meals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key ingredients in simple meals like parathas with vegetables, noodles, fruits salad.</a:t>
            </a:r>
          </a:p>
          <a:p>
            <a:r>
              <a:t>• Classify foods into carbohydrates (rice, bread), proteins (eggs, chicken), fats (ghee, oil).</a:t>
            </a:r>
          </a:p>
          <a:p>
            <a:r>
              <a:t>• Recognize sources of fiber in plant-based foods like vegetables and whole grains.</a:t>
            </a:r>
          </a:p>
          <a:p>
            <a:r>
              <a:t>• Understand importance of balanced diet for healthy lifestyle.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Importance of a Balanced Diet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balanced diet gives us energy to play, learn and be active throughout the day.</a:t>
            </a:r>
          </a:p>
          <a:p>
            <a:r>
              <a:t>• It helps our body grow strong and healthy just like a plant needs proper nutrition to grow tall and green.</a:t>
            </a:r>
          </a:p>
          <a:p>
            <a:r>
              <a:t>• Eating different types of food provides all the necessary nutrients that keep us fit and prevent diseases.</a:t>
            </a:r>
          </a:p>
          <a:p>
            <a:r>
              <a:t>• A balanced diet also teaches us about sharing and caring for others by preparing meals together as a family.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Values Education: Healthy Eating Habits and Self-care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Healthy eating habits are essential for physical growth and well-being.</a:t>
            </a:r>
          </a:p>
          <a:p>
            <a:r>
              <a:t>• A balanced diet includes a variety of foods from different food groups (fruits, vegetables, cereals, proteins).</a:t>
            </a:r>
          </a:p>
          <a:p>
            <a:r>
              <a:t>• Regular self-care activities like exercise, sleep, and relaxation help maintain overall health.</a:t>
            </a:r>
          </a:p>
          <a:p>
            <a:r>
              <a:t>• Prioritizing nutrition and self-care is a value-based habit that promotes lifelong wellness.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4</cp:revision>
  <dcterms:created xsi:type="dcterms:W3CDTF">2023-12-06T07:13:22Z</dcterms:created>
  <dcterms:modified xsi:type="dcterms:W3CDTF">2024-12-07T10:49:45Z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