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Comparing Quantities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Comparing Quantities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Introduction to Comparing Quantities slide:</a:t>
            </a:r>
          </a:p>
          <a:p/>
          <a:p>
            <a:r>
              <a:t>• Comparing quantities means finding out which is greater, lesser or equal.</a:t>
            </a:r>
          </a:p>
          <a:p>
            <a:r>
              <a:t>• We use symbols like &gt;, &lt;, = to show comparison.</a:t>
            </a:r>
          </a:p>
          <a:p>
            <a:r>
              <a:t>• We can compare numbers and measurements (length, weight, capacity) to understand how much more or less one quantity has than another.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Ratios and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Ratio: A comparison of two numbers or quantities using a colon (:) or division.</a:t>
            </a:r>
          </a:p>
          <a:p>
            <a:r>
              <a:t>• Proportion: An equation stating that two ratios are equal (e.g., 2/3 = 4/6).</a:t>
            </a:r>
          </a:p>
          <a:p>
            <a:r>
              <a:t>• Equivalent Ratios: Different ways of expressing the same ratio, often obtained by multiplying or dividing both parts of the ratio by the same number.</a:t>
            </a:r>
          </a:p>
          <a:p>
            <a:r>
              <a:t>• Cross-Multiplication: A method to check if two proportions are true, by multiplying corresponding sides and checking for equality (e.g., 2 x 6 = 3 x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Examples of Ratios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Mix of paint for art projects: 2 parts red paint, 3 parts blue paint.</a:t>
            </a:r>
          </a:p>
          <a:p>
            <a:r>
              <a:t>• Recipe ingredients: 1 cup sugar, 1/2 cup butter.</a:t>
            </a:r>
          </a:p>
          <a:p>
            <a:r>
              <a:t>• Architectural designs: 5:3 ratio of windows to doors in a building.</a:t>
            </a:r>
          </a:p>
          <a:p>
            <a:r>
              <a:t>• Medical dosage: 10mg medication per 20kg body 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 titled Exploring Percentages:</a:t>
            </a:r>
          </a:p>
          <a:p/>
          <a:p>
            <a:r>
              <a:t>• What is Percentage? A part of 100.</a:t>
            </a:r>
          </a:p>
          <a:p>
            <a:r>
              <a:t>• Finding a percentage of a number: Multiply by the fraction</a:t>
            </a:r>
          </a:p>
          <a:p>
            <a:r>
              <a:t>• Real-life example: Discounts in shopping (e.g., 20% off on a shirt)</a:t>
            </a:r>
          </a:p>
          <a:p>
            <a:r>
              <a:t>• Understanding percent change: Increase or Decrease from original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Converting Fractions to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convert a fraction to percentage, multiply the numerator by 100.</a:t>
            </a:r>
          </a:p>
          <a:p>
            <a:r>
              <a:t>• Example: Convert 3/4 to percentage = (3/4) x 100 = 75%</a:t>
            </a:r>
          </a:p>
          <a:p>
            <a:r>
              <a:t>• For simple fractions with denominators of 2, 4, 5, or 10, you can count up and find the equivalent percentage.</a:t>
            </a:r>
          </a:p>
          <a:p>
            <a:r>
              <a:t>• A student can use a calculator to convert more complex fractions to percentages for quick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Creating Ratio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 ratio models as a visual representation of equivalent ratios.</a:t>
            </a:r>
          </a:p>
          <a:p>
            <a:r>
              <a:t>• Emphasize that ratio models can be used by all learners, including those with visual impairments using tactile diagrams or Braille.</a:t>
            </a:r>
          </a:p>
          <a:p>
            <a:r>
              <a:t>• Demonstrate how to create ratio models using different materials such as blocks, counters, or strings.</a:t>
            </a:r>
          </a:p>
          <a:p>
            <a:r>
              <a:t>• Encourage students to create their own ratio models for real-life scenarios like cooking recipes.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Problem-solving with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what proportions mean: A proportion is an equation that states two ratios are equal.</a:t>
            </a:r>
          </a:p>
          <a:p>
            <a:r>
              <a:t>• Identify types of problems: direct, inverse, or mixed (e.g., fewer boys than girls in a class)</a:t>
            </a:r>
          </a:p>
          <a:p>
            <a:r>
              <a:t>• Use algebraic expressions for comparison (for students with learning difficulties, use visual aids like graphs or charts)</a:t>
            </a:r>
          </a:p>
          <a:p>
            <a:r>
              <a:t>• Solve proportion problems using cross-multiplication and check answers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Comparisons through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Graphs help us compare quantities through visual representations.</a:t>
            </a:r>
          </a:p>
          <a:p>
            <a:r>
              <a:t>• Bar graphs can be used to compare two or more sets of data.</a:t>
            </a:r>
          </a:p>
          <a:p>
            <a:r>
              <a:t>• Line graphs show trends over time, making it easier to identify changes.</a:t>
            </a:r>
          </a:p>
          <a:p>
            <a:r>
              <a:t>• Pie charts are useful for comparing parts of a whole.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Inclusive Learning: Peer Comparison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Pair students with diverse abilities for peer comparison.</a:t>
            </a:r>
          </a:p>
          <a:p>
            <a:r>
              <a:t>• Use visual aids like number lines or hundreds charts for easier comparisons.</a:t>
            </a:r>
          </a:p>
          <a:p>
            <a:r>
              <a:t>• Focus on understanding concepts rather than just numerical values.</a:t>
            </a:r>
          </a:p>
          <a:p>
            <a:r>
              <a:t>• Encourage self-assessment and reflection among peers.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and Practice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ratios as equivalent fractions.</a:t>
            </a:r>
          </a:p>
          <a:p>
            <a:r>
              <a:t>• Convert between different units for time, money, and measurement.</a:t>
            </a:r>
          </a:p>
          <a:p>
            <a:r>
              <a:t>• Practice comparing quantities using &lt;, &gt;, = symbols.</a:t>
            </a:r>
          </a:p>
          <a:p>
            <a:r>
              <a:t>• Solve real-life problems involving percentage increase/decrease.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