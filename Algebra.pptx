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-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79454E9-64A4-5BCD-DBB2-0A8C4746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7EF47-0E28-324A-BFDB-6DA237E7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7" y="382385"/>
            <a:ext cx="10523379" cy="74073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7" y="1262271"/>
            <a:ext cx="10523379" cy="461732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6875113-6CF9-DCB5-3194-7B5DC7DB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A9FEF-52A0-808F-183C-E69D0BD7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8" y="655604"/>
            <a:ext cx="4028348" cy="538788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026" y="655604"/>
            <a:ext cx="5986078" cy="538788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2629D6-C81C-6C07-314D-B2D901A7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530964" y="0"/>
              <a:ext cx="666103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54FFD-5890-0058-F8A8-53847637E554}"/>
                </a:ext>
              </a:extLst>
            </p:cNvPr>
            <p:cNvGrpSpPr/>
            <p:nvPr userDrawn="1"/>
          </p:nvGrpSpPr>
          <p:grpSpPr>
            <a:xfrm>
              <a:off x="196964" y="0"/>
              <a:ext cx="7377024" cy="6858000"/>
              <a:chOff x="196964" y="0"/>
              <a:chExt cx="7377024" cy="6858000"/>
            </a:xfrm>
          </p:grpSpPr>
          <p:sp>
            <p:nvSpPr>
              <p:cNvPr id="10" name="Freeform 6" title="Left scallop edge">
                <a:extLst>
                  <a:ext uri="{FF2B5EF4-FFF2-40B4-BE49-F238E27FC236}">
                    <a16:creationId xmlns:a16="http://schemas.microsoft.com/office/drawing/2014/main" id="{79990210-1F9B-2CE1-E438-60E6728E96E4}"/>
                  </a:ext>
                </a:extLst>
              </p:cNvPr>
              <p:cNvSpPr/>
              <p:nvPr userDrawn="1"/>
            </p:nvSpPr>
            <p:spPr bwMode="auto">
              <a:xfrm>
                <a:off x="6688163" y="0"/>
                <a:ext cx="885825" cy="6858000"/>
              </a:xfrm>
              <a:custGeom>
                <a:avLst/>
                <a:gdLst/>
                <a:ahLst/>
                <a:cxnLst/>
                <a:rect l="0" t="0" r="r" b="b"/>
                <a:pathLst>
                  <a:path w="558" h="4320">
                    <a:moveTo>
                      <a:pt x="0" y="0"/>
                    </a:moveTo>
                    <a:lnTo>
                      <a:pt x="447" y="0"/>
                    </a:lnTo>
                    <a:lnTo>
                      <a:pt x="448" y="43"/>
                    </a:lnTo>
                    <a:lnTo>
                      <a:pt x="453" y="81"/>
                    </a:lnTo>
                    <a:lnTo>
                      <a:pt x="460" y="114"/>
                    </a:lnTo>
                    <a:lnTo>
                      <a:pt x="469" y="143"/>
                    </a:lnTo>
                    <a:lnTo>
                      <a:pt x="479" y="169"/>
                    </a:lnTo>
                    <a:lnTo>
                      <a:pt x="491" y="192"/>
                    </a:lnTo>
                    <a:lnTo>
                      <a:pt x="503" y="216"/>
                    </a:lnTo>
                    <a:lnTo>
                      <a:pt x="515" y="240"/>
                    </a:lnTo>
                    <a:lnTo>
                      <a:pt x="525" y="263"/>
                    </a:lnTo>
                    <a:lnTo>
                      <a:pt x="535" y="289"/>
                    </a:lnTo>
                    <a:lnTo>
                      <a:pt x="545" y="318"/>
                    </a:lnTo>
                    <a:lnTo>
                      <a:pt x="552" y="351"/>
                    </a:lnTo>
                    <a:lnTo>
                      <a:pt x="556" y="389"/>
                    </a:lnTo>
                    <a:lnTo>
                      <a:pt x="558" y="432"/>
                    </a:lnTo>
                    <a:lnTo>
                      <a:pt x="556" y="475"/>
                    </a:lnTo>
                    <a:lnTo>
                      <a:pt x="552" y="513"/>
                    </a:lnTo>
                    <a:lnTo>
                      <a:pt x="545" y="546"/>
                    </a:lnTo>
                    <a:lnTo>
                      <a:pt x="535" y="575"/>
                    </a:lnTo>
                    <a:lnTo>
                      <a:pt x="525" y="601"/>
                    </a:lnTo>
                    <a:lnTo>
                      <a:pt x="515" y="624"/>
                    </a:lnTo>
                    <a:lnTo>
                      <a:pt x="503" y="648"/>
                    </a:lnTo>
                    <a:lnTo>
                      <a:pt x="491" y="672"/>
                    </a:lnTo>
                    <a:lnTo>
                      <a:pt x="479" y="695"/>
                    </a:lnTo>
                    <a:lnTo>
                      <a:pt x="469" y="721"/>
                    </a:lnTo>
                    <a:lnTo>
                      <a:pt x="460" y="750"/>
                    </a:lnTo>
                    <a:lnTo>
                      <a:pt x="453" y="783"/>
                    </a:lnTo>
                    <a:lnTo>
                      <a:pt x="448" y="821"/>
                    </a:lnTo>
                    <a:lnTo>
                      <a:pt x="447" y="864"/>
                    </a:lnTo>
                    <a:lnTo>
                      <a:pt x="448" y="907"/>
                    </a:lnTo>
                    <a:lnTo>
                      <a:pt x="453" y="945"/>
                    </a:lnTo>
                    <a:lnTo>
                      <a:pt x="460" y="978"/>
                    </a:lnTo>
                    <a:lnTo>
                      <a:pt x="469" y="1007"/>
                    </a:lnTo>
                    <a:lnTo>
                      <a:pt x="479" y="1033"/>
                    </a:lnTo>
                    <a:lnTo>
                      <a:pt x="491" y="1056"/>
                    </a:lnTo>
                    <a:lnTo>
                      <a:pt x="503" y="1080"/>
                    </a:lnTo>
                    <a:lnTo>
                      <a:pt x="515" y="1104"/>
                    </a:lnTo>
                    <a:lnTo>
                      <a:pt x="525" y="1127"/>
                    </a:lnTo>
                    <a:lnTo>
                      <a:pt x="535" y="1153"/>
                    </a:lnTo>
                    <a:lnTo>
                      <a:pt x="545" y="1182"/>
                    </a:lnTo>
                    <a:lnTo>
                      <a:pt x="552" y="1215"/>
                    </a:lnTo>
                    <a:lnTo>
                      <a:pt x="556" y="1253"/>
                    </a:lnTo>
                    <a:lnTo>
                      <a:pt x="558" y="1296"/>
                    </a:lnTo>
                    <a:lnTo>
                      <a:pt x="556" y="1339"/>
                    </a:lnTo>
                    <a:lnTo>
                      <a:pt x="552" y="1377"/>
                    </a:lnTo>
                    <a:lnTo>
                      <a:pt x="545" y="1410"/>
                    </a:lnTo>
                    <a:lnTo>
                      <a:pt x="535" y="1439"/>
                    </a:lnTo>
                    <a:lnTo>
                      <a:pt x="525" y="1465"/>
                    </a:lnTo>
                    <a:lnTo>
                      <a:pt x="515" y="1488"/>
                    </a:lnTo>
                    <a:lnTo>
                      <a:pt x="503" y="1512"/>
                    </a:lnTo>
                    <a:lnTo>
                      <a:pt x="491" y="1536"/>
                    </a:lnTo>
                    <a:lnTo>
                      <a:pt x="479" y="1559"/>
                    </a:lnTo>
                    <a:lnTo>
                      <a:pt x="469" y="1585"/>
                    </a:lnTo>
                    <a:lnTo>
                      <a:pt x="460" y="1614"/>
                    </a:lnTo>
                    <a:lnTo>
                      <a:pt x="453" y="1647"/>
                    </a:lnTo>
                    <a:lnTo>
                      <a:pt x="448" y="1685"/>
                    </a:lnTo>
                    <a:lnTo>
                      <a:pt x="447" y="1728"/>
                    </a:lnTo>
                    <a:lnTo>
                      <a:pt x="448" y="1771"/>
                    </a:lnTo>
                    <a:lnTo>
                      <a:pt x="453" y="1809"/>
                    </a:lnTo>
                    <a:lnTo>
                      <a:pt x="460" y="1842"/>
                    </a:lnTo>
                    <a:lnTo>
                      <a:pt x="469" y="1871"/>
                    </a:lnTo>
                    <a:lnTo>
                      <a:pt x="479" y="1897"/>
                    </a:lnTo>
                    <a:lnTo>
                      <a:pt x="491" y="1920"/>
                    </a:lnTo>
                    <a:lnTo>
                      <a:pt x="503" y="1944"/>
                    </a:lnTo>
                    <a:lnTo>
                      <a:pt x="515" y="1968"/>
                    </a:lnTo>
                    <a:lnTo>
                      <a:pt x="525" y="1991"/>
                    </a:lnTo>
                    <a:lnTo>
                      <a:pt x="535" y="2017"/>
                    </a:lnTo>
                    <a:lnTo>
                      <a:pt x="545" y="2046"/>
                    </a:lnTo>
                    <a:lnTo>
                      <a:pt x="552" y="2079"/>
                    </a:lnTo>
                    <a:lnTo>
                      <a:pt x="556" y="2117"/>
                    </a:lnTo>
                    <a:lnTo>
                      <a:pt x="558" y="2159"/>
                    </a:lnTo>
                    <a:lnTo>
                      <a:pt x="556" y="2203"/>
                    </a:lnTo>
                    <a:lnTo>
                      <a:pt x="552" y="2241"/>
                    </a:lnTo>
                    <a:lnTo>
                      <a:pt x="545" y="2274"/>
                    </a:lnTo>
                    <a:lnTo>
                      <a:pt x="535" y="2303"/>
                    </a:lnTo>
                    <a:lnTo>
                      <a:pt x="525" y="2329"/>
                    </a:lnTo>
                    <a:lnTo>
                      <a:pt x="515" y="2352"/>
                    </a:lnTo>
                    <a:lnTo>
                      <a:pt x="503" y="2376"/>
                    </a:lnTo>
                    <a:lnTo>
                      <a:pt x="491" y="2400"/>
                    </a:lnTo>
                    <a:lnTo>
                      <a:pt x="479" y="2423"/>
                    </a:lnTo>
                    <a:lnTo>
                      <a:pt x="469" y="2449"/>
                    </a:lnTo>
                    <a:lnTo>
                      <a:pt x="460" y="2478"/>
                    </a:lnTo>
                    <a:lnTo>
                      <a:pt x="453" y="2511"/>
                    </a:lnTo>
                    <a:lnTo>
                      <a:pt x="448" y="2549"/>
                    </a:lnTo>
                    <a:lnTo>
                      <a:pt x="447" y="2592"/>
                    </a:lnTo>
                    <a:lnTo>
                      <a:pt x="448" y="2635"/>
                    </a:lnTo>
                    <a:lnTo>
                      <a:pt x="453" y="2673"/>
                    </a:lnTo>
                    <a:lnTo>
                      <a:pt x="460" y="2706"/>
                    </a:lnTo>
                    <a:lnTo>
                      <a:pt x="469" y="2735"/>
                    </a:lnTo>
                    <a:lnTo>
                      <a:pt x="479" y="2761"/>
                    </a:lnTo>
                    <a:lnTo>
                      <a:pt x="491" y="2784"/>
                    </a:lnTo>
                    <a:lnTo>
                      <a:pt x="515" y="2832"/>
                    </a:lnTo>
                    <a:lnTo>
                      <a:pt x="525" y="2855"/>
                    </a:lnTo>
                    <a:lnTo>
                      <a:pt x="535" y="2881"/>
                    </a:lnTo>
                    <a:lnTo>
                      <a:pt x="545" y="2910"/>
                    </a:lnTo>
                    <a:lnTo>
                      <a:pt x="552" y="2943"/>
                    </a:lnTo>
                    <a:lnTo>
                      <a:pt x="556" y="2981"/>
                    </a:lnTo>
                    <a:lnTo>
                      <a:pt x="558" y="3024"/>
                    </a:lnTo>
                    <a:lnTo>
                      <a:pt x="556" y="3067"/>
                    </a:lnTo>
                    <a:lnTo>
                      <a:pt x="552" y="3105"/>
                    </a:lnTo>
                    <a:lnTo>
                      <a:pt x="545" y="3138"/>
                    </a:lnTo>
                    <a:lnTo>
                      <a:pt x="535" y="3167"/>
                    </a:lnTo>
                    <a:lnTo>
                      <a:pt x="525" y="3193"/>
                    </a:lnTo>
                    <a:lnTo>
                      <a:pt x="515" y="3216"/>
                    </a:lnTo>
                    <a:lnTo>
                      <a:pt x="503" y="3240"/>
                    </a:lnTo>
                    <a:lnTo>
                      <a:pt x="491" y="3264"/>
                    </a:lnTo>
                    <a:lnTo>
                      <a:pt x="479" y="3287"/>
                    </a:lnTo>
                    <a:lnTo>
                      <a:pt x="469" y="3313"/>
                    </a:lnTo>
                    <a:lnTo>
                      <a:pt x="460" y="3342"/>
                    </a:lnTo>
                    <a:lnTo>
                      <a:pt x="453" y="3375"/>
                    </a:lnTo>
                    <a:lnTo>
                      <a:pt x="448" y="3413"/>
                    </a:lnTo>
                    <a:lnTo>
                      <a:pt x="447" y="3456"/>
                    </a:lnTo>
                    <a:lnTo>
                      <a:pt x="448" y="3499"/>
                    </a:lnTo>
                    <a:lnTo>
                      <a:pt x="453" y="3537"/>
                    </a:lnTo>
                    <a:lnTo>
                      <a:pt x="460" y="3570"/>
                    </a:lnTo>
                    <a:lnTo>
                      <a:pt x="469" y="3599"/>
                    </a:lnTo>
                    <a:lnTo>
                      <a:pt x="479" y="3625"/>
                    </a:lnTo>
                    <a:lnTo>
                      <a:pt x="491" y="3648"/>
                    </a:lnTo>
                    <a:lnTo>
                      <a:pt x="503" y="3672"/>
                    </a:lnTo>
                    <a:lnTo>
                      <a:pt x="515" y="3696"/>
                    </a:lnTo>
                    <a:lnTo>
                      <a:pt x="525" y="3719"/>
                    </a:lnTo>
                    <a:lnTo>
                      <a:pt x="535" y="3745"/>
                    </a:lnTo>
                    <a:lnTo>
                      <a:pt x="545" y="3774"/>
                    </a:lnTo>
                    <a:lnTo>
                      <a:pt x="552" y="3807"/>
                    </a:lnTo>
                    <a:lnTo>
                      <a:pt x="556" y="3845"/>
                    </a:lnTo>
                    <a:lnTo>
                      <a:pt x="558" y="3888"/>
                    </a:lnTo>
                    <a:lnTo>
                      <a:pt x="556" y="3931"/>
                    </a:lnTo>
                    <a:lnTo>
                      <a:pt x="552" y="3969"/>
                    </a:lnTo>
                    <a:lnTo>
                      <a:pt x="545" y="4002"/>
                    </a:lnTo>
                    <a:lnTo>
                      <a:pt x="535" y="4031"/>
                    </a:lnTo>
                    <a:lnTo>
                      <a:pt x="525" y="4057"/>
                    </a:lnTo>
                    <a:lnTo>
                      <a:pt x="515" y="4080"/>
                    </a:lnTo>
                    <a:lnTo>
                      <a:pt x="503" y="4104"/>
                    </a:lnTo>
                    <a:lnTo>
                      <a:pt x="491" y="4128"/>
                    </a:lnTo>
                    <a:lnTo>
                      <a:pt x="479" y="4151"/>
                    </a:lnTo>
                    <a:lnTo>
                      <a:pt x="469" y="4177"/>
                    </a:lnTo>
                    <a:lnTo>
                      <a:pt x="460" y="4206"/>
                    </a:lnTo>
                    <a:lnTo>
                      <a:pt x="453" y="4239"/>
                    </a:lnTo>
                    <a:lnTo>
                      <a:pt x="448" y="4277"/>
                    </a:lnTo>
                    <a:lnTo>
                      <a:pt x="447" y="4320"/>
                    </a:lnTo>
                    <a:lnTo>
                      <a:pt x="0" y="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4EED43-19C6-3D75-5205-DBAE6551B347}"/>
                  </a:ext>
                </a:extLst>
              </p:cNvPr>
              <p:cNvSpPr/>
              <p:nvPr userDrawn="1"/>
            </p:nvSpPr>
            <p:spPr>
              <a:xfrm>
                <a:off x="196964" y="0"/>
                <a:ext cx="6661036" cy="685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9820" y="382385"/>
            <a:ext cx="3709358" cy="5742370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76376" y="508959"/>
            <a:ext cx="6305911" cy="56157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0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CA508-3C86-3580-504F-B66601B7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8688" cy="6858000"/>
            <a:chOff x="0" y="0"/>
            <a:chExt cx="12198688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727928" y="0"/>
              <a:ext cx="647076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6" title="Left scallop edge">
              <a:extLst>
                <a:ext uri="{FF2B5EF4-FFF2-40B4-BE49-F238E27FC236}">
                  <a16:creationId xmlns:a16="http://schemas.microsoft.com/office/drawing/2014/main" id="{79990210-1F9B-2CE1-E438-60E6728E96E4}"/>
                </a:ext>
              </a:extLst>
            </p:cNvPr>
            <p:cNvSpPr/>
            <p:nvPr userDrawn="1"/>
          </p:nvSpPr>
          <p:spPr bwMode="auto">
            <a:xfrm>
              <a:off x="5399865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4EED43-19C6-3D75-5205-DBAE6551B347}"/>
                </a:ext>
              </a:extLst>
            </p:cNvPr>
            <p:cNvSpPr/>
            <p:nvPr userDrawn="1"/>
          </p:nvSpPr>
          <p:spPr>
            <a:xfrm>
              <a:off x="196964" y="0"/>
              <a:ext cx="5334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34958" y="526210"/>
            <a:ext cx="4464908" cy="5817106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719977" y="526210"/>
            <a:ext cx="4921464" cy="5817106"/>
          </a:xfr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03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97CCFE93-3875-D188-55BA-86E16415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1D729-2B26-A81B-0CB0-4E0A1AEA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477" y="1061049"/>
            <a:ext cx="6358152" cy="3666225"/>
          </a:xfrm>
        </p:spPr>
        <p:txBody>
          <a:bodyPr anchor="ctr">
            <a:normAutofit/>
          </a:bodyPr>
          <a:lstStyle>
            <a:lvl1pPr algn="ctr">
              <a:defRPr sz="4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CE9BDE-37AB-2DA6-B4F2-3E7F0F66A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8945" y="1690688"/>
            <a:ext cx="3401568" cy="340156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DFA44-C5AA-7A71-CCFD-2B79F5B2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477" y="4856009"/>
            <a:ext cx="6358153" cy="1778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4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2pPr>
            <a:lvl3pPr marL="9144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3pPr>
            <a:lvl4pPr marL="13716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4pPr>
            <a:lvl5pPr marL="18288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730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9768" y="416664"/>
            <a:ext cx="7788938" cy="3221482"/>
          </a:xfrm>
        </p:spPr>
        <p:txBody>
          <a:bodyPr anchor="b">
            <a:noAutofit/>
          </a:bodyPr>
          <a:lstStyle>
            <a:lvl1pPr>
              <a:defRPr sz="40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89768" y="4197347"/>
            <a:ext cx="778893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 b="0" i="0" cap="none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7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9D4F4AB8-D880-91F9-0D11-F20D0050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B69F-EBF7-DEBE-7DFD-A9D36DCE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3A6D7BE-752B-EB58-A926-E58EBEF6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428EF-AEF1-9AF0-0271-91E838A41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22F609B-DD4D-16EA-060F-7BFB50BA5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CFE02-2621-4755-7C89-6564B8F2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0DE4597-DCD7-DBB0-3265-E7EB70B26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B0330-0047-93B1-0E5A-30782D06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Algebra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Maths - 6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Algebra?</a:t>
            </a:r>
          </a:p>
          <a:p>
            <a:r>
              <a:t>• Used to solve equations with variables (letters)</a:t>
            </a:r>
          </a:p>
          <a:p>
            <a:r>
              <a:t>• Helps us find unknown values or patterns</a:t>
            </a:r>
          </a:p>
          <a:p>
            <a:r>
              <a:t>• Like solving a mystery with clues!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Variables and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variable is a letter or symbol that represents a value that can change.</a:t>
            </a:r>
          </a:p>
          <a:p>
            <a:r>
              <a:t>• It is usually represented by letters like x, y, or z.</a:t>
            </a:r>
          </a:p>
          <a:p>
            <a:r>
              <a:t>• Variables are used in algebraic expressions and equations.</a:t>
            </a:r>
          </a:p>
          <a:p>
            <a:r>
              <a:t>• Example: Let x be the number of apples you have.</a:t>
            </a:r>
          </a:p>
          <a:p/>
          <a:p>
            <a:r>
              <a:t>• A constant is a value that does not change.</a:t>
            </a:r>
          </a:p>
          <a:p>
            <a:r>
              <a:t>• It can be a number like 2, 5, or 10.</a:t>
            </a:r>
          </a:p>
          <a:p>
            <a:r>
              <a:t>• Constants can be added to variables in an expression.</a:t>
            </a:r>
          </a:p>
          <a:p>
            <a:r>
              <a:t>• Example: 2x means 2 times the value of 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Expressions and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simple expression is a group of numbers and letters added or subtracted together.</a:t>
            </a:r>
          </a:p>
          <a:p>
            <a:r>
              <a:t>• Letters represent variables, values can change</a:t>
            </a:r>
          </a:p>
          <a:p>
            <a:r>
              <a:t>• Terms are separated by addition or subtraction signs in an algebraic expression.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Exploring Numerical Patterns with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patterns using variables (e.g. x + 2, 3x).</a:t>
            </a:r>
          </a:p>
          <a:p>
            <a:r>
              <a:t>• Use algebraic expressions to describe numerical patterns.</a:t>
            </a:r>
          </a:p>
          <a:p>
            <a:r>
              <a:t>• Explore simple linear sequences with addition/subtraction operations.</a:t>
            </a:r>
          </a:p>
          <a:p>
            <a:r>
              <a:t>• Represent real-life situations mathematically (e.g. growth/decay).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Activity: Create Your Own Algebraic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concise points for the slide:</a:t>
            </a:r>
          </a:p>
          <a:p/>
          <a:p>
            <a:r>
              <a:t>• Understand what an algebraic expression is.</a:t>
            </a:r>
          </a:p>
          <a:p>
            <a:r>
              <a:t>• Use variables (x, y) and numbers to create expressions.</a:t>
            </a:r>
          </a:p>
          <a:p>
            <a:r>
              <a:t>• Examples: 2x + 3, x - 4, 5y + 2</a:t>
            </a:r>
          </a:p>
          <a:p>
            <a:r>
              <a:t>• Create your own expression using variables and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Educational Technology: Algebra Simulations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Interactive graphs to explore algebraic concepts.</a:t>
            </a:r>
          </a:p>
          <a:p>
            <a:r>
              <a:t>• Simulation tools for quadratic equations and functions.</a:t>
            </a:r>
          </a:p>
          <a:p>
            <a:r>
              <a:t>• Manipulating variables to solve linear equations.</a:t>
            </a:r>
          </a:p>
          <a:p>
            <a:r>
              <a:t>• Real-time feedback on expressions and formulas.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Solving Linear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linear equation is an equation that can be written in the form ax + b = c.</a:t>
            </a:r>
          </a:p>
          <a:p>
            <a:r>
              <a:t>• To solve a linear equation, we isolate the variable (x) by performing opposite operations on both sides of the equation.</a:t>
            </a:r>
          </a:p>
          <a:p>
            <a:r>
              <a:t>• Examples include adding or subtracting the same value from both sides to get rid of constants, and multiplying or dividing both sides by the same non-zero value to get rid of coefficients.</a:t>
            </a:r>
          </a:p>
          <a:p>
            <a:r>
              <a:t>• Check your solution by substituting it back into the original equation.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Session: Solving Real-World Problems with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Understanding algebraic expressions as real-world models.</a:t>
            </a:r>
          </a:p>
          <a:p>
            <a:r>
              <a:t>• Using variables to represent unknown quantities in everyday life.</a:t>
            </a:r>
          </a:p>
          <a:p>
            <a:r>
              <a:t>• Solving simple equations to make informed decisions about time, money, or distance.</a:t>
            </a:r>
          </a:p>
          <a:p>
            <a:r>
              <a:t>• Applying algebraic thinking to solve puzzles and brain teasers.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Project-Based Learning: Algebra in Daily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Project idea: "My Favorite Food Cart"</a:t>
            </a:r>
          </a:p>
          <a:p>
            <a:r>
              <a:t>• Apply algebraic concepts (e.g., variables, equations) to solve real-life problems related to food cart business.</a:t>
            </a:r>
          </a:p>
          <a:p>
            <a:r>
              <a:t>• Students will calculate profit/loss, determine pricing based on costs and market demand.</a:t>
            </a:r>
          </a:p>
          <a:p>
            <a:r>
              <a:t>• Present findings in a visual format (e.g., poster, presentation).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and Recap of 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Variables: Letters or symbols that represent unknown numbers.</a:t>
            </a:r>
          </a:p>
          <a:p>
            <a:r>
              <a:t>• Expressions: Combination of variables and constants combined with operations (+, -, x, /).</a:t>
            </a:r>
          </a:p>
          <a:p>
            <a:r>
              <a:t>• Equations: Statements that express equality between two expressions.</a:t>
            </a:r>
          </a:p>
          <a:p>
            <a:r>
              <a:t>• Inequalities: Statements that compare two expressions using "greater than" or "less than" symbols.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Custom 91">
      <a:majorFont>
        <a:latin typeface="Bodoni MT"/>
        <a:ea typeface=""/>
        <a:cs typeface=""/>
      </a:majorFont>
      <a:minorFont>
        <a:latin typeface="Times New Roman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5916208_Getting to know your teacher_win32_SL_V2" id="{117468CD-FD74-421B-80C2-54C2E280903C}" vid="{F6B88795-ACAF-4739-9DA3-36C970FAD2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5E3014-9C46-494C-AF13-AC5040852A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4E3E8A-D7DE-4632-A6FA-1031EE32A3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86D29A-1D88-4D18-B841-9AD5C53CCB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Bodoni MT</vt:lpstr>
      <vt:lpstr>Calibri</vt:lpstr>
      <vt:lpstr>Gill Sans MT</vt:lpstr>
      <vt:lpstr>Times New Roman</vt:lpstr>
      <vt:lpstr>Badge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your teacher</dc:title>
  <cp:lastModifiedBy>prashant choudhary</cp:lastModifiedBy>
  <cp:revision>4</cp:revision>
  <dcterms:created xsi:type="dcterms:W3CDTF">2023-12-06T07:13:22Z</dcterms:created>
  <dcterms:modified xsi:type="dcterms:W3CDTF">2024-12-07T10:49:45Z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