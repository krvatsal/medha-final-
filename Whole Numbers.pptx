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Whole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Whole numbers are a group of non-negative integers that include 0 and all positive counting numbers.</a:t>
            </a:r>
          </a:p>
          <a:p>
            <a:r>
              <a:t>• Whole numbers can be represented on a number line, which helps us visualize their position in relation to zero.</a:t>
            </a:r>
          </a:p>
          <a:p>
            <a:r>
              <a:t>• Examples of whole numbers include 5, 10, 25, 100, and so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Number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number line is a visual representation of numbers on a straight line.</a:t>
            </a:r>
          </a:p>
          <a:p>
            <a:r>
              <a:t>• It has two arrows pointing upwards and downwards, showing that numbers go on forever.</a:t>
            </a:r>
          </a:p>
          <a:p>
            <a:r>
              <a:t>• Numbers are marked on the line with dots or ticks, starting from 0 and moving in equal steps.</a:t>
            </a:r>
          </a:p>
          <a:p>
            <a:r>
              <a:t>• The number line helps students understand relationships between numbers, such as before and after, between, and ordering.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whole number is any positive integer (1, 2, 3...) or zero.</a:t>
            </a:r>
          </a:p>
          <a:p>
            <a:r>
              <a:t>• Whole numbers can be added or subtracted, but not divided by zero.</a:t>
            </a:r>
          </a:p>
          <a:p>
            <a:r>
              <a:t>• Whole numbers have a concept of "greater than" and "less than" to compare them.</a:t>
            </a:r>
          </a:p>
          <a:p>
            <a:r>
              <a:t>• For example: 5 &gt; 3, 7 &lt;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 and Subtraction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Counting blocks or fingers for addition and subtraction problems.</a:t>
            </a:r>
          </a:p>
          <a:p>
            <a:r>
              <a:t>• Using number lines to visualize movement along a number line.</a:t>
            </a:r>
          </a:p>
          <a:p>
            <a:r>
              <a:t>• Puzzles and games that involve mental math calculations.</a:t>
            </a:r>
          </a:p>
          <a:p>
            <a:r>
              <a:t>• Adaptation of real-life scenarios, such as counting money or measuring ingredients.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Multiplication and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Multiplication is repeated addition, Division is finding groups.</a:t>
            </a:r>
          </a:p>
          <a:p>
            <a:r>
              <a:t>• Symbols: × for multiplication, ÷ or / for division</a:t>
            </a:r>
          </a:p>
          <a:p>
            <a:r>
              <a:t>• Real-life examples: buying items in bulk, sharing toys with friends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Game: Whole Numbers Jeopardy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 titled Interactive Game: Whole Numbers Jeopardy:</a:t>
            </a:r>
          </a:p>
          <a:p/>
          <a:p>
            <a:r>
              <a:t>• Objective: Students will practice identifying whole numbers, their properties, and operations on them.</a:t>
            </a:r>
          </a:p>
          <a:p>
            <a:r>
              <a:t>• Categories:</a:t>
            </a:r>
          </a:p>
          <a:p>
            <a:r>
              <a:t>	+ Basic Addition</a:t>
            </a:r>
          </a:p>
          <a:p>
            <a:r>
              <a:t>	+ Subtraction Showdown</a:t>
            </a:r>
          </a:p>
          <a:p>
            <a:r>
              <a:t>	+ Multiplication Marvels</a:t>
            </a:r>
          </a:p>
          <a:p>
            <a:r>
              <a:t>	+ Division Doubles</a:t>
            </a:r>
          </a:p>
          <a:p>
            <a:r>
              <a:t>• Interactive elements:</a:t>
            </a:r>
          </a:p>
          <a:p>
            <a:r>
              <a:t>	+ Student-teacher pairs compete to solve problems</a:t>
            </a:r>
          </a:p>
          <a:p>
            <a:r>
              <a:t>	+ Visual aids and multimedia resources used to support different learning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Applications of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Counting money: counting coins or bills during shopping</a:t>
            </a:r>
          </a:p>
          <a:p>
            <a:r>
              <a:t>• Measuring ingredients: measuring cups of sugar or flour for a recipe</a:t>
            </a:r>
          </a:p>
          <a:p>
            <a:r>
              <a:t>• Age calculation: finding the age of a family member or friend on their birthday</a:t>
            </a:r>
          </a:p>
          <a:p>
            <a:r>
              <a:t>• Time management: scheduling homework or chores for a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Incorporating Inclusive Learning with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Whole numbers include 0, positive integers (1, 2, 3...), and negatives (-1, -2, -3...)</a:t>
            </a:r>
          </a:p>
          <a:p>
            <a:r>
              <a:t>• Numbers can be represented in various ways: numerals, words, and symbols</a:t>
            </a:r>
          </a:p>
          <a:p>
            <a:r>
              <a:t>• Understanding place value is crucial for working with whole numbers</a:t>
            </a:r>
          </a:p>
          <a:p>
            <a:r>
              <a:t>• Inclusive practice: Using assistive technology to help students visualize and understand whole number concepts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Activity: Building a Number Castle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and write numbers on blocks (0-100).</a:t>
            </a:r>
          </a:p>
          <a:p>
            <a:r>
              <a:t>• Build a number castle by arranging blocks in ascending order.</a:t>
            </a:r>
          </a:p>
          <a:p>
            <a:r>
              <a:t>• Use various shapes and colors for inclusive representation.</a:t>
            </a:r>
          </a:p>
          <a:p>
            <a:r>
              <a:t>• Count the total number of blocks used to reinforce concept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Summary and Recap slide:</a:t>
            </a:r>
          </a:p>
          <a:p/>
          <a:p>
            <a:r>
              <a:t>• We have learned about whole numbers which include counting numbers (1, 2, 3, ...) and zero.</a:t>
            </a:r>
          </a:p>
          <a:p>
            <a:r>
              <a:t>• Whole numbers can be represented on a number line using dots or dashes.</a:t>
            </a:r>
          </a:p>
          <a:p>
            <a:r>
              <a:t>• We practiced adding and subtracting whole numbers to solve various problems.</a:t>
            </a:r>
          </a:p>
          <a:p>
            <a:r>
              <a:t>• Understanding whole numbers helps us in real-life situations like counting money, measuring objects,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