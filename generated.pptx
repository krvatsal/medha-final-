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5"/>
  </p:notesMasterIdLst>
  <p:handoutMasterIdLst>
    <p:handoutMasterId r:id="rId6"/>
  </p:handout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 autoAdjust="0"/>
    <p:restoredTop sz="94658" autoAdjust="0"/>
  </p:normalViewPr>
  <p:slideViewPr>
    <p:cSldViewPr snapToGrid="0">
      <p:cViewPr varScale="1">
        <p:scale>
          <a:sx n="120" d="100"/>
          <a:sy n="120" d="100"/>
        </p:scale>
        <p:origin x="840" y="184"/>
      </p:cViewPr>
      <p:guideLst/>
    </p:cSldViewPr>
  </p:slideViewPr>
  <p:outlineViewPr>
    <p:cViewPr>
      <p:scale>
        <a:sx n="33" d="100"/>
        <a:sy n="33" d="100"/>
      </p:scale>
      <p:origin x="0" y="-1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6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86C3D2F-5A05-4596-A225-FC14565701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9C051B-F26C-4470-B56C-092B4E1C4CF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E9A1B5-1BE4-4CD6-80C4-143959F034D3}" type="datetimeFigureOut">
              <a:rPr lang="en-US" smtClean="0"/>
              <a:t>12/7/24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59DB8B-3A1C-4291-8A97-C19C5D31C36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6310B9-42FE-4FE9-8C0B-5C7382DBB0E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FCFFF0-B784-4FE7-8A38-F89DE294F83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15669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E6120A-21AF-4F12-ABAA-66A70823631B}" type="datetimeFigureOut">
              <a:rPr lang="en-US" smtClean="0"/>
              <a:t>12/7/24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8C672F-171E-46DC-915C-C7BCF99F5C4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84980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078523" y="5953318"/>
            <a:ext cx="10318418" cy="742279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800" b="0" i="0" cap="all" spc="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3" name="Rectangl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405246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379454E9-64A4-5BCD-DBB2-0A8C474610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77EF47-0E28-324A-BFDB-6DA237E7E0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51677" y="382385"/>
            <a:ext cx="10523379" cy="740737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1677" y="1262271"/>
            <a:ext cx="10523379" cy="461732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B152-7103-4FFE-90AC-D94EB7F44A7E}" type="datetimeFigureOut">
              <a:rPr lang="en-US" smtClean="0"/>
              <a:t>12/7/24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9611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>
            <a:extLst>
              <a:ext uri="{FF2B5EF4-FFF2-40B4-BE49-F238E27FC236}">
                <a16:creationId xmlns:a16="http://schemas.microsoft.com/office/drawing/2014/main" id="{86875113-6CF9-DCB5-3194-7B5DC7DB7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97A9FEF-52A0-808F-183C-E69D0BD7DE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51678" y="655604"/>
            <a:ext cx="4028348" cy="5387886"/>
          </a:xfrm>
        </p:spPr>
        <p:txBody>
          <a:bodyPr anchor="ctr">
            <a:normAutofit/>
          </a:bodyPr>
          <a:lstStyle>
            <a:lvl1pPr algn="l"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80026" y="655604"/>
            <a:ext cx="5986078" cy="5387886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B152-7103-4FFE-90AC-D94EB7F44A7E}" type="datetimeFigureOut">
              <a:rPr lang="en-US" smtClean="0"/>
              <a:t>12/7/24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8116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682629D6-C81C-6C07-314D-B2D901A71D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7006ED6-1912-6865-5D19-6FCA22094F1E}"/>
                </a:ext>
              </a:extLst>
            </p:cNvPr>
            <p:cNvSpPr/>
            <p:nvPr userDrawn="1"/>
          </p:nvSpPr>
          <p:spPr>
            <a:xfrm>
              <a:off x="5530964" y="0"/>
              <a:ext cx="666103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6CD54FFD-5890-0058-F8A8-53847637E554}"/>
                </a:ext>
              </a:extLst>
            </p:cNvPr>
            <p:cNvGrpSpPr/>
            <p:nvPr userDrawn="1"/>
          </p:nvGrpSpPr>
          <p:grpSpPr>
            <a:xfrm>
              <a:off x="196964" y="0"/>
              <a:ext cx="7377024" cy="6858000"/>
              <a:chOff x="196964" y="0"/>
              <a:chExt cx="7377024" cy="6858000"/>
            </a:xfrm>
          </p:grpSpPr>
          <p:sp>
            <p:nvSpPr>
              <p:cNvPr id="10" name="Freeform 6" title="Left scallop edge">
                <a:extLst>
                  <a:ext uri="{FF2B5EF4-FFF2-40B4-BE49-F238E27FC236}">
                    <a16:creationId xmlns:a16="http://schemas.microsoft.com/office/drawing/2014/main" id="{79990210-1F9B-2CE1-E438-60E6728E96E4}"/>
                  </a:ext>
                </a:extLst>
              </p:cNvPr>
              <p:cNvSpPr/>
              <p:nvPr userDrawn="1"/>
            </p:nvSpPr>
            <p:spPr bwMode="auto">
              <a:xfrm>
                <a:off x="6688163" y="0"/>
                <a:ext cx="885825" cy="6858000"/>
              </a:xfrm>
              <a:custGeom>
                <a:avLst/>
                <a:gdLst/>
                <a:ahLst/>
                <a:cxnLst/>
                <a:rect l="0" t="0" r="r" b="b"/>
                <a:pathLst>
                  <a:path w="558" h="4320">
                    <a:moveTo>
                      <a:pt x="0" y="0"/>
                    </a:moveTo>
                    <a:lnTo>
                      <a:pt x="447" y="0"/>
                    </a:lnTo>
                    <a:lnTo>
                      <a:pt x="448" y="43"/>
                    </a:lnTo>
                    <a:lnTo>
                      <a:pt x="453" y="81"/>
                    </a:lnTo>
                    <a:lnTo>
                      <a:pt x="460" y="114"/>
                    </a:lnTo>
                    <a:lnTo>
                      <a:pt x="469" y="143"/>
                    </a:lnTo>
                    <a:lnTo>
                      <a:pt x="479" y="169"/>
                    </a:lnTo>
                    <a:lnTo>
                      <a:pt x="491" y="192"/>
                    </a:lnTo>
                    <a:lnTo>
                      <a:pt x="503" y="216"/>
                    </a:lnTo>
                    <a:lnTo>
                      <a:pt x="515" y="240"/>
                    </a:lnTo>
                    <a:lnTo>
                      <a:pt x="525" y="263"/>
                    </a:lnTo>
                    <a:lnTo>
                      <a:pt x="535" y="289"/>
                    </a:lnTo>
                    <a:lnTo>
                      <a:pt x="545" y="318"/>
                    </a:lnTo>
                    <a:lnTo>
                      <a:pt x="552" y="351"/>
                    </a:lnTo>
                    <a:lnTo>
                      <a:pt x="556" y="389"/>
                    </a:lnTo>
                    <a:lnTo>
                      <a:pt x="558" y="432"/>
                    </a:lnTo>
                    <a:lnTo>
                      <a:pt x="556" y="475"/>
                    </a:lnTo>
                    <a:lnTo>
                      <a:pt x="552" y="513"/>
                    </a:lnTo>
                    <a:lnTo>
                      <a:pt x="545" y="546"/>
                    </a:lnTo>
                    <a:lnTo>
                      <a:pt x="535" y="575"/>
                    </a:lnTo>
                    <a:lnTo>
                      <a:pt x="525" y="601"/>
                    </a:lnTo>
                    <a:lnTo>
                      <a:pt x="515" y="624"/>
                    </a:lnTo>
                    <a:lnTo>
                      <a:pt x="503" y="648"/>
                    </a:lnTo>
                    <a:lnTo>
                      <a:pt x="491" y="672"/>
                    </a:lnTo>
                    <a:lnTo>
                      <a:pt x="479" y="695"/>
                    </a:lnTo>
                    <a:lnTo>
                      <a:pt x="469" y="721"/>
                    </a:lnTo>
                    <a:lnTo>
                      <a:pt x="460" y="750"/>
                    </a:lnTo>
                    <a:lnTo>
                      <a:pt x="453" y="783"/>
                    </a:lnTo>
                    <a:lnTo>
                      <a:pt x="448" y="821"/>
                    </a:lnTo>
                    <a:lnTo>
                      <a:pt x="447" y="864"/>
                    </a:lnTo>
                    <a:lnTo>
                      <a:pt x="448" y="907"/>
                    </a:lnTo>
                    <a:lnTo>
                      <a:pt x="453" y="945"/>
                    </a:lnTo>
                    <a:lnTo>
                      <a:pt x="460" y="978"/>
                    </a:lnTo>
                    <a:lnTo>
                      <a:pt x="469" y="1007"/>
                    </a:lnTo>
                    <a:lnTo>
                      <a:pt x="479" y="1033"/>
                    </a:lnTo>
                    <a:lnTo>
                      <a:pt x="491" y="1056"/>
                    </a:lnTo>
                    <a:lnTo>
                      <a:pt x="503" y="1080"/>
                    </a:lnTo>
                    <a:lnTo>
                      <a:pt x="515" y="1104"/>
                    </a:lnTo>
                    <a:lnTo>
                      <a:pt x="525" y="1127"/>
                    </a:lnTo>
                    <a:lnTo>
                      <a:pt x="535" y="1153"/>
                    </a:lnTo>
                    <a:lnTo>
                      <a:pt x="545" y="1182"/>
                    </a:lnTo>
                    <a:lnTo>
                      <a:pt x="552" y="1215"/>
                    </a:lnTo>
                    <a:lnTo>
                      <a:pt x="556" y="1253"/>
                    </a:lnTo>
                    <a:lnTo>
                      <a:pt x="558" y="1296"/>
                    </a:lnTo>
                    <a:lnTo>
                      <a:pt x="556" y="1339"/>
                    </a:lnTo>
                    <a:lnTo>
                      <a:pt x="552" y="1377"/>
                    </a:lnTo>
                    <a:lnTo>
                      <a:pt x="545" y="1410"/>
                    </a:lnTo>
                    <a:lnTo>
                      <a:pt x="535" y="1439"/>
                    </a:lnTo>
                    <a:lnTo>
                      <a:pt x="525" y="1465"/>
                    </a:lnTo>
                    <a:lnTo>
                      <a:pt x="515" y="1488"/>
                    </a:lnTo>
                    <a:lnTo>
                      <a:pt x="503" y="1512"/>
                    </a:lnTo>
                    <a:lnTo>
                      <a:pt x="491" y="1536"/>
                    </a:lnTo>
                    <a:lnTo>
                      <a:pt x="479" y="1559"/>
                    </a:lnTo>
                    <a:lnTo>
                      <a:pt x="469" y="1585"/>
                    </a:lnTo>
                    <a:lnTo>
                      <a:pt x="460" y="1614"/>
                    </a:lnTo>
                    <a:lnTo>
                      <a:pt x="453" y="1647"/>
                    </a:lnTo>
                    <a:lnTo>
                      <a:pt x="448" y="1685"/>
                    </a:lnTo>
                    <a:lnTo>
                      <a:pt x="447" y="1728"/>
                    </a:lnTo>
                    <a:lnTo>
                      <a:pt x="448" y="1771"/>
                    </a:lnTo>
                    <a:lnTo>
                      <a:pt x="453" y="1809"/>
                    </a:lnTo>
                    <a:lnTo>
                      <a:pt x="460" y="1842"/>
                    </a:lnTo>
                    <a:lnTo>
                      <a:pt x="469" y="1871"/>
                    </a:lnTo>
                    <a:lnTo>
                      <a:pt x="479" y="1897"/>
                    </a:lnTo>
                    <a:lnTo>
                      <a:pt x="491" y="1920"/>
                    </a:lnTo>
                    <a:lnTo>
                      <a:pt x="503" y="1944"/>
                    </a:lnTo>
                    <a:lnTo>
                      <a:pt x="515" y="1968"/>
                    </a:lnTo>
                    <a:lnTo>
                      <a:pt x="525" y="1991"/>
                    </a:lnTo>
                    <a:lnTo>
                      <a:pt x="535" y="2017"/>
                    </a:lnTo>
                    <a:lnTo>
                      <a:pt x="545" y="2046"/>
                    </a:lnTo>
                    <a:lnTo>
                      <a:pt x="552" y="2079"/>
                    </a:lnTo>
                    <a:lnTo>
                      <a:pt x="556" y="2117"/>
                    </a:lnTo>
                    <a:lnTo>
                      <a:pt x="558" y="2159"/>
                    </a:lnTo>
                    <a:lnTo>
                      <a:pt x="556" y="2203"/>
                    </a:lnTo>
                    <a:lnTo>
                      <a:pt x="552" y="2241"/>
                    </a:lnTo>
                    <a:lnTo>
                      <a:pt x="545" y="2274"/>
                    </a:lnTo>
                    <a:lnTo>
                      <a:pt x="535" y="2303"/>
                    </a:lnTo>
                    <a:lnTo>
                      <a:pt x="525" y="2329"/>
                    </a:lnTo>
                    <a:lnTo>
                      <a:pt x="515" y="2352"/>
                    </a:lnTo>
                    <a:lnTo>
                      <a:pt x="503" y="2376"/>
                    </a:lnTo>
                    <a:lnTo>
                      <a:pt x="491" y="2400"/>
                    </a:lnTo>
                    <a:lnTo>
                      <a:pt x="479" y="2423"/>
                    </a:lnTo>
                    <a:lnTo>
                      <a:pt x="469" y="2449"/>
                    </a:lnTo>
                    <a:lnTo>
                      <a:pt x="460" y="2478"/>
                    </a:lnTo>
                    <a:lnTo>
                      <a:pt x="453" y="2511"/>
                    </a:lnTo>
                    <a:lnTo>
                      <a:pt x="448" y="2549"/>
                    </a:lnTo>
                    <a:lnTo>
                      <a:pt x="447" y="2592"/>
                    </a:lnTo>
                    <a:lnTo>
                      <a:pt x="448" y="2635"/>
                    </a:lnTo>
                    <a:lnTo>
                      <a:pt x="453" y="2673"/>
                    </a:lnTo>
                    <a:lnTo>
                      <a:pt x="460" y="2706"/>
                    </a:lnTo>
                    <a:lnTo>
                      <a:pt x="469" y="2735"/>
                    </a:lnTo>
                    <a:lnTo>
                      <a:pt x="479" y="2761"/>
                    </a:lnTo>
                    <a:lnTo>
                      <a:pt x="491" y="2784"/>
                    </a:lnTo>
                    <a:lnTo>
                      <a:pt x="515" y="2832"/>
                    </a:lnTo>
                    <a:lnTo>
                      <a:pt x="525" y="2855"/>
                    </a:lnTo>
                    <a:lnTo>
                      <a:pt x="535" y="2881"/>
                    </a:lnTo>
                    <a:lnTo>
                      <a:pt x="545" y="2910"/>
                    </a:lnTo>
                    <a:lnTo>
                      <a:pt x="552" y="2943"/>
                    </a:lnTo>
                    <a:lnTo>
                      <a:pt x="556" y="2981"/>
                    </a:lnTo>
                    <a:lnTo>
                      <a:pt x="558" y="3024"/>
                    </a:lnTo>
                    <a:lnTo>
                      <a:pt x="556" y="3067"/>
                    </a:lnTo>
                    <a:lnTo>
                      <a:pt x="552" y="3105"/>
                    </a:lnTo>
                    <a:lnTo>
                      <a:pt x="545" y="3138"/>
                    </a:lnTo>
                    <a:lnTo>
                      <a:pt x="535" y="3167"/>
                    </a:lnTo>
                    <a:lnTo>
                      <a:pt x="525" y="3193"/>
                    </a:lnTo>
                    <a:lnTo>
                      <a:pt x="515" y="3216"/>
                    </a:lnTo>
                    <a:lnTo>
                      <a:pt x="503" y="3240"/>
                    </a:lnTo>
                    <a:lnTo>
                      <a:pt x="491" y="3264"/>
                    </a:lnTo>
                    <a:lnTo>
                      <a:pt x="479" y="3287"/>
                    </a:lnTo>
                    <a:lnTo>
                      <a:pt x="469" y="3313"/>
                    </a:lnTo>
                    <a:lnTo>
                      <a:pt x="460" y="3342"/>
                    </a:lnTo>
                    <a:lnTo>
                      <a:pt x="453" y="3375"/>
                    </a:lnTo>
                    <a:lnTo>
                      <a:pt x="448" y="3413"/>
                    </a:lnTo>
                    <a:lnTo>
                      <a:pt x="447" y="3456"/>
                    </a:lnTo>
                    <a:lnTo>
                      <a:pt x="448" y="3499"/>
                    </a:lnTo>
                    <a:lnTo>
                      <a:pt x="453" y="3537"/>
                    </a:lnTo>
                    <a:lnTo>
                      <a:pt x="460" y="3570"/>
                    </a:lnTo>
                    <a:lnTo>
                      <a:pt x="469" y="3599"/>
                    </a:lnTo>
                    <a:lnTo>
                      <a:pt x="479" y="3625"/>
                    </a:lnTo>
                    <a:lnTo>
                      <a:pt x="491" y="3648"/>
                    </a:lnTo>
                    <a:lnTo>
                      <a:pt x="503" y="3672"/>
                    </a:lnTo>
                    <a:lnTo>
                      <a:pt x="515" y="3696"/>
                    </a:lnTo>
                    <a:lnTo>
                      <a:pt x="525" y="3719"/>
                    </a:lnTo>
                    <a:lnTo>
                      <a:pt x="535" y="3745"/>
                    </a:lnTo>
                    <a:lnTo>
                      <a:pt x="545" y="3774"/>
                    </a:lnTo>
                    <a:lnTo>
                      <a:pt x="552" y="3807"/>
                    </a:lnTo>
                    <a:lnTo>
                      <a:pt x="556" y="3845"/>
                    </a:lnTo>
                    <a:lnTo>
                      <a:pt x="558" y="3888"/>
                    </a:lnTo>
                    <a:lnTo>
                      <a:pt x="556" y="3931"/>
                    </a:lnTo>
                    <a:lnTo>
                      <a:pt x="552" y="3969"/>
                    </a:lnTo>
                    <a:lnTo>
                      <a:pt x="545" y="4002"/>
                    </a:lnTo>
                    <a:lnTo>
                      <a:pt x="535" y="4031"/>
                    </a:lnTo>
                    <a:lnTo>
                      <a:pt x="525" y="4057"/>
                    </a:lnTo>
                    <a:lnTo>
                      <a:pt x="515" y="4080"/>
                    </a:lnTo>
                    <a:lnTo>
                      <a:pt x="503" y="4104"/>
                    </a:lnTo>
                    <a:lnTo>
                      <a:pt x="491" y="4128"/>
                    </a:lnTo>
                    <a:lnTo>
                      <a:pt x="479" y="4151"/>
                    </a:lnTo>
                    <a:lnTo>
                      <a:pt x="469" y="4177"/>
                    </a:lnTo>
                    <a:lnTo>
                      <a:pt x="460" y="4206"/>
                    </a:lnTo>
                    <a:lnTo>
                      <a:pt x="453" y="4239"/>
                    </a:lnTo>
                    <a:lnTo>
                      <a:pt x="448" y="4277"/>
                    </a:lnTo>
                    <a:lnTo>
                      <a:pt x="447" y="4320"/>
                    </a:lnTo>
                    <a:lnTo>
                      <a:pt x="0" y="43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>
                  <a:lumMod val="9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114EED43-19C6-3D75-5205-DBAE6551B347}"/>
                  </a:ext>
                </a:extLst>
              </p:cNvPr>
              <p:cNvSpPr/>
              <p:nvPr userDrawn="1"/>
            </p:nvSpPr>
            <p:spPr>
              <a:xfrm>
                <a:off x="196964" y="0"/>
                <a:ext cx="6661036" cy="6858000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9" name="Rectangle 8" title="right edge border">
              <a:extLst>
                <a:ext uri="{FF2B5EF4-FFF2-40B4-BE49-F238E27FC236}">
                  <a16:creationId xmlns:a16="http://schemas.microsoft.com/office/drawing/2014/main" id="{774323D2-93FE-5FD5-676F-452C98106A6E}"/>
                </a:ext>
              </a:extLst>
            </p:cNvPr>
            <p:cNvSpPr/>
            <p:nvPr userDrawn="1"/>
          </p:nvSpPr>
          <p:spPr>
            <a:xfrm>
              <a:off x="0" y="0"/>
              <a:ext cx="283464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039820" y="382385"/>
            <a:ext cx="3709358" cy="5742370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76376" y="508959"/>
            <a:ext cx="6305911" cy="5615796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B152-7103-4FFE-90AC-D94EB7F44A7E}" type="datetimeFigureOut">
              <a:rPr lang="en-US" smtClean="0"/>
              <a:t>12/7/24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303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6D9CA508-3C86-3580-504F-B66601B725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8688" cy="6858000"/>
            <a:chOff x="0" y="0"/>
            <a:chExt cx="12198688" cy="6858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7006ED6-1912-6865-5D19-6FCA22094F1E}"/>
                </a:ext>
              </a:extLst>
            </p:cNvPr>
            <p:cNvSpPr/>
            <p:nvPr userDrawn="1"/>
          </p:nvSpPr>
          <p:spPr>
            <a:xfrm>
              <a:off x="5727928" y="0"/>
              <a:ext cx="647076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 6" title="Left scallop edge">
              <a:extLst>
                <a:ext uri="{FF2B5EF4-FFF2-40B4-BE49-F238E27FC236}">
                  <a16:creationId xmlns:a16="http://schemas.microsoft.com/office/drawing/2014/main" id="{79990210-1F9B-2CE1-E438-60E6728E96E4}"/>
                </a:ext>
              </a:extLst>
            </p:cNvPr>
            <p:cNvSpPr/>
            <p:nvPr userDrawn="1"/>
          </p:nvSpPr>
          <p:spPr bwMode="auto">
            <a:xfrm>
              <a:off x="5399865" y="0"/>
              <a:ext cx="885825" cy="6858000"/>
            </a:xfrm>
            <a:custGeom>
              <a:avLst/>
              <a:gdLst/>
              <a:ahLst/>
              <a:cxnLst/>
              <a:rect l="0" t="0" r="r" b="b"/>
              <a:pathLst>
                <a:path w="558" h="4320">
                  <a:moveTo>
                    <a:pt x="0" y="0"/>
                  </a:moveTo>
                  <a:lnTo>
                    <a:pt x="447" y="0"/>
                  </a:lnTo>
                  <a:lnTo>
                    <a:pt x="448" y="43"/>
                  </a:lnTo>
                  <a:lnTo>
                    <a:pt x="453" y="81"/>
                  </a:lnTo>
                  <a:lnTo>
                    <a:pt x="460" y="114"/>
                  </a:lnTo>
                  <a:lnTo>
                    <a:pt x="469" y="143"/>
                  </a:lnTo>
                  <a:lnTo>
                    <a:pt x="479" y="169"/>
                  </a:lnTo>
                  <a:lnTo>
                    <a:pt x="491" y="192"/>
                  </a:lnTo>
                  <a:lnTo>
                    <a:pt x="503" y="216"/>
                  </a:lnTo>
                  <a:lnTo>
                    <a:pt x="515" y="240"/>
                  </a:lnTo>
                  <a:lnTo>
                    <a:pt x="525" y="263"/>
                  </a:lnTo>
                  <a:lnTo>
                    <a:pt x="535" y="289"/>
                  </a:lnTo>
                  <a:lnTo>
                    <a:pt x="545" y="318"/>
                  </a:lnTo>
                  <a:lnTo>
                    <a:pt x="552" y="351"/>
                  </a:lnTo>
                  <a:lnTo>
                    <a:pt x="556" y="389"/>
                  </a:lnTo>
                  <a:lnTo>
                    <a:pt x="558" y="432"/>
                  </a:lnTo>
                  <a:lnTo>
                    <a:pt x="556" y="475"/>
                  </a:lnTo>
                  <a:lnTo>
                    <a:pt x="552" y="513"/>
                  </a:lnTo>
                  <a:lnTo>
                    <a:pt x="545" y="546"/>
                  </a:lnTo>
                  <a:lnTo>
                    <a:pt x="535" y="575"/>
                  </a:lnTo>
                  <a:lnTo>
                    <a:pt x="525" y="601"/>
                  </a:lnTo>
                  <a:lnTo>
                    <a:pt x="515" y="624"/>
                  </a:lnTo>
                  <a:lnTo>
                    <a:pt x="503" y="648"/>
                  </a:lnTo>
                  <a:lnTo>
                    <a:pt x="491" y="672"/>
                  </a:lnTo>
                  <a:lnTo>
                    <a:pt x="479" y="695"/>
                  </a:lnTo>
                  <a:lnTo>
                    <a:pt x="469" y="721"/>
                  </a:lnTo>
                  <a:lnTo>
                    <a:pt x="460" y="750"/>
                  </a:lnTo>
                  <a:lnTo>
                    <a:pt x="453" y="783"/>
                  </a:lnTo>
                  <a:lnTo>
                    <a:pt x="448" y="821"/>
                  </a:lnTo>
                  <a:lnTo>
                    <a:pt x="447" y="864"/>
                  </a:lnTo>
                  <a:lnTo>
                    <a:pt x="448" y="907"/>
                  </a:lnTo>
                  <a:lnTo>
                    <a:pt x="453" y="945"/>
                  </a:lnTo>
                  <a:lnTo>
                    <a:pt x="460" y="978"/>
                  </a:lnTo>
                  <a:lnTo>
                    <a:pt x="469" y="1007"/>
                  </a:lnTo>
                  <a:lnTo>
                    <a:pt x="479" y="1033"/>
                  </a:lnTo>
                  <a:lnTo>
                    <a:pt x="491" y="1056"/>
                  </a:lnTo>
                  <a:lnTo>
                    <a:pt x="503" y="1080"/>
                  </a:lnTo>
                  <a:lnTo>
                    <a:pt x="515" y="1104"/>
                  </a:lnTo>
                  <a:lnTo>
                    <a:pt x="525" y="1127"/>
                  </a:lnTo>
                  <a:lnTo>
                    <a:pt x="535" y="1153"/>
                  </a:lnTo>
                  <a:lnTo>
                    <a:pt x="545" y="1182"/>
                  </a:lnTo>
                  <a:lnTo>
                    <a:pt x="552" y="1215"/>
                  </a:lnTo>
                  <a:lnTo>
                    <a:pt x="556" y="1253"/>
                  </a:lnTo>
                  <a:lnTo>
                    <a:pt x="558" y="1296"/>
                  </a:lnTo>
                  <a:lnTo>
                    <a:pt x="556" y="1339"/>
                  </a:lnTo>
                  <a:lnTo>
                    <a:pt x="552" y="1377"/>
                  </a:lnTo>
                  <a:lnTo>
                    <a:pt x="545" y="1410"/>
                  </a:lnTo>
                  <a:lnTo>
                    <a:pt x="535" y="1439"/>
                  </a:lnTo>
                  <a:lnTo>
                    <a:pt x="525" y="1465"/>
                  </a:lnTo>
                  <a:lnTo>
                    <a:pt x="515" y="1488"/>
                  </a:lnTo>
                  <a:lnTo>
                    <a:pt x="503" y="1512"/>
                  </a:lnTo>
                  <a:lnTo>
                    <a:pt x="491" y="1536"/>
                  </a:lnTo>
                  <a:lnTo>
                    <a:pt x="479" y="1559"/>
                  </a:lnTo>
                  <a:lnTo>
                    <a:pt x="469" y="1585"/>
                  </a:lnTo>
                  <a:lnTo>
                    <a:pt x="460" y="1614"/>
                  </a:lnTo>
                  <a:lnTo>
                    <a:pt x="453" y="1647"/>
                  </a:lnTo>
                  <a:lnTo>
                    <a:pt x="448" y="1685"/>
                  </a:lnTo>
                  <a:lnTo>
                    <a:pt x="447" y="1728"/>
                  </a:lnTo>
                  <a:lnTo>
                    <a:pt x="448" y="1771"/>
                  </a:lnTo>
                  <a:lnTo>
                    <a:pt x="453" y="1809"/>
                  </a:lnTo>
                  <a:lnTo>
                    <a:pt x="460" y="1842"/>
                  </a:lnTo>
                  <a:lnTo>
                    <a:pt x="469" y="1871"/>
                  </a:lnTo>
                  <a:lnTo>
                    <a:pt x="479" y="1897"/>
                  </a:lnTo>
                  <a:lnTo>
                    <a:pt x="491" y="1920"/>
                  </a:lnTo>
                  <a:lnTo>
                    <a:pt x="503" y="1944"/>
                  </a:lnTo>
                  <a:lnTo>
                    <a:pt x="515" y="1968"/>
                  </a:lnTo>
                  <a:lnTo>
                    <a:pt x="525" y="1991"/>
                  </a:lnTo>
                  <a:lnTo>
                    <a:pt x="535" y="2017"/>
                  </a:lnTo>
                  <a:lnTo>
                    <a:pt x="545" y="2046"/>
                  </a:lnTo>
                  <a:lnTo>
                    <a:pt x="552" y="2079"/>
                  </a:lnTo>
                  <a:lnTo>
                    <a:pt x="556" y="2117"/>
                  </a:lnTo>
                  <a:lnTo>
                    <a:pt x="558" y="2159"/>
                  </a:lnTo>
                  <a:lnTo>
                    <a:pt x="556" y="2203"/>
                  </a:lnTo>
                  <a:lnTo>
                    <a:pt x="552" y="2241"/>
                  </a:lnTo>
                  <a:lnTo>
                    <a:pt x="545" y="2274"/>
                  </a:lnTo>
                  <a:lnTo>
                    <a:pt x="535" y="2303"/>
                  </a:lnTo>
                  <a:lnTo>
                    <a:pt x="525" y="2329"/>
                  </a:lnTo>
                  <a:lnTo>
                    <a:pt x="515" y="2352"/>
                  </a:lnTo>
                  <a:lnTo>
                    <a:pt x="503" y="2376"/>
                  </a:lnTo>
                  <a:lnTo>
                    <a:pt x="491" y="2400"/>
                  </a:lnTo>
                  <a:lnTo>
                    <a:pt x="479" y="2423"/>
                  </a:lnTo>
                  <a:lnTo>
                    <a:pt x="469" y="2449"/>
                  </a:lnTo>
                  <a:lnTo>
                    <a:pt x="460" y="2478"/>
                  </a:lnTo>
                  <a:lnTo>
                    <a:pt x="453" y="2511"/>
                  </a:lnTo>
                  <a:lnTo>
                    <a:pt x="448" y="2549"/>
                  </a:lnTo>
                  <a:lnTo>
                    <a:pt x="447" y="2592"/>
                  </a:lnTo>
                  <a:lnTo>
                    <a:pt x="448" y="2635"/>
                  </a:lnTo>
                  <a:lnTo>
                    <a:pt x="453" y="2673"/>
                  </a:lnTo>
                  <a:lnTo>
                    <a:pt x="460" y="2706"/>
                  </a:lnTo>
                  <a:lnTo>
                    <a:pt x="469" y="2735"/>
                  </a:lnTo>
                  <a:lnTo>
                    <a:pt x="479" y="2761"/>
                  </a:lnTo>
                  <a:lnTo>
                    <a:pt x="491" y="2784"/>
                  </a:lnTo>
                  <a:lnTo>
                    <a:pt x="515" y="2832"/>
                  </a:lnTo>
                  <a:lnTo>
                    <a:pt x="525" y="2855"/>
                  </a:lnTo>
                  <a:lnTo>
                    <a:pt x="535" y="2881"/>
                  </a:lnTo>
                  <a:lnTo>
                    <a:pt x="545" y="2910"/>
                  </a:lnTo>
                  <a:lnTo>
                    <a:pt x="552" y="2943"/>
                  </a:lnTo>
                  <a:lnTo>
                    <a:pt x="556" y="2981"/>
                  </a:lnTo>
                  <a:lnTo>
                    <a:pt x="558" y="3024"/>
                  </a:lnTo>
                  <a:lnTo>
                    <a:pt x="556" y="3067"/>
                  </a:lnTo>
                  <a:lnTo>
                    <a:pt x="552" y="3105"/>
                  </a:lnTo>
                  <a:lnTo>
                    <a:pt x="545" y="3138"/>
                  </a:lnTo>
                  <a:lnTo>
                    <a:pt x="535" y="3167"/>
                  </a:lnTo>
                  <a:lnTo>
                    <a:pt x="525" y="3193"/>
                  </a:lnTo>
                  <a:lnTo>
                    <a:pt x="515" y="3216"/>
                  </a:lnTo>
                  <a:lnTo>
                    <a:pt x="503" y="3240"/>
                  </a:lnTo>
                  <a:lnTo>
                    <a:pt x="491" y="3264"/>
                  </a:lnTo>
                  <a:lnTo>
                    <a:pt x="479" y="3287"/>
                  </a:lnTo>
                  <a:lnTo>
                    <a:pt x="469" y="3313"/>
                  </a:lnTo>
                  <a:lnTo>
                    <a:pt x="460" y="3342"/>
                  </a:lnTo>
                  <a:lnTo>
                    <a:pt x="453" y="3375"/>
                  </a:lnTo>
                  <a:lnTo>
                    <a:pt x="448" y="3413"/>
                  </a:lnTo>
                  <a:lnTo>
                    <a:pt x="447" y="3456"/>
                  </a:lnTo>
                  <a:lnTo>
                    <a:pt x="448" y="3499"/>
                  </a:lnTo>
                  <a:lnTo>
                    <a:pt x="453" y="3537"/>
                  </a:lnTo>
                  <a:lnTo>
                    <a:pt x="460" y="3570"/>
                  </a:lnTo>
                  <a:lnTo>
                    <a:pt x="469" y="3599"/>
                  </a:lnTo>
                  <a:lnTo>
                    <a:pt x="479" y="3625"/>
                  </a:lnTo>
                  <a:lnTo>
                    <a:pt x="491" y="3648"/>
                  </a:lnTo>
                  <a:lnTo>
                    <a:pt x="503" y="3672"/>
                  </a:lnTo>
                  <a:lnTo>
                    <a:pt x="515" y="3696"/>
                  </a:lnTo>
                  <a:lnTo>
                    <a:pt x="525" y="3719"/>
                  </a:lnTo>
                  <a:lnTo>
                    <a:pt x="535" y="3745"/>
                  </a:lnTo>
                  <a:lnTo>
                    <a:pt x="545" y="3774"/>
                  </a:lnTo>
                  <a:lnTo>
                    <a:pt x="552" y="3807"/>
                  </a:lnTo>
                  <a:lnTo>
                    <a:pt x="556" y="3845"/>
                  </a:lnTo>
                  <a:lnTo>
                    <a:pt x="558" y="3888"/>
                  </a:lnTo>
                  <a:lnTo>
                    <a:pt x="556" y="3931"/>
                  </a:lnTo>
                  <a:lnTo>
                    <a:pt x="552" y="3969"/>
                  </a:lnTo>
                  <a:lnTo>
                    <a:pt x="545" y="4002"/>
                  </a:lnTo>
                  <a:lnTo>
                    <a:pt x="535" y="4031"/>
                  </a:lnTo>
                  <a:lnTo>
                    <a:pt x="525" y="4057"/>
                  </a:lnTo>
                  <a:lnTo>
                    <a:pt x="515" y="4080"/>
                  </a:lnTo>
                  <a:lnTo>
                    <a:pt x="503" y="4104"/>
                  </a:lnTo>
                  <a:lnTo>
                    <a:pt x="491" y="4128"/>
                  </a:lnTo>
                  <a:lnTo>
                    <a:pt x="479" y="4151"/>
                  </a:lnTo>
                  <a:lnTo>
                    <a:pt x="469" y="4177"/>
                  </a:lnTo>
                  <a:lnTo>
                    <a:pt x="460" y="4206"/>
                  </a:lnTo>
                  <a:lnTo>
                    <a:pt x="453" y="4239"/>
                  </a:lnTo>
                  <a:lnTo>
                    <a:pt x="448" y="4277"/>
                  </a:lnTo>
                  <a:lnTo>
                    <a:pt x="447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14EED43-19C6-3D75-5205-DBAE6551B347}"/>
                </a:ext>
              </a:extLst>
            </p:cNvPr>
            <p:cNvSpPr/>
            <p:nvPr userDrawn="1"/>
          </p:nvSpPr>
          <p:spPr>
            <a:xfrm>
              <a:off x="196964" y="0"/>
              <a:ext cx="53340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 title="right edge border">
              <a:extLst>
                <a:ext uri="{FF2B5EF4-FFF2-40B4-BE49-F238E27FC236}">
                  <a16:creationId xmlns:a16="http://schemas.microsoft.com/office/drawing/2014/main" id="{774323D2-93FE-5FD5-676F-452C98106A6E}"/>
                </a:ext>
              </a:extLst>
            </p:cNvPr>
            <p:cNvSpPr/>
            <p:nvPr userDrawn="1"/>
          </p:nvSpPr>
          <p:spPr>
            <a:xfrm>
              <a:off x="0" y="0"/>
              <a:ext cx="283464" cy="68580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934958" y="526210"/>
            <a:ext cx="4464908" cy="5817106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 userDrawn="1">
            <p:ph idx="1" hasCustomPrompt="1"/>
          </p:nvPr>
        </p:nvSpPr>
        <p:spPr>
          <a:xfrm>
            <a:off x="6719977" y="526210"/>
            <a:ext cx="4921464" cy="5817106"/>
          </a:xfrm>
        </p:spPr>
        <p:txBody>
          <a:bodyPr anchor="ctr">
            <a:normAutofit/>
          </a:bodyPr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54038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6">
            <a:extLst>
              <a:ext uri="{FF2B5EF4-FFF2-40B4-BE49-F238E27FC236}">
                <a16:creationId xmlns:a16="http://schemas.microsoft.com/office/drawing/2014/main" id="{97CCFE93-3875-D188-55BA-86E16415CF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471D729-2B26-A81B-0CB0-4E0A1AEA19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80477" y="1061049"/>
            <a:ext cx="6358152" cy="3666225"/>
          </a:xfrm>
        </p:spPr>
        <p:txBody>
          <a:bodyPr anchor="ctr">
            <a:normAutofit/>
          </a:bodyPr>
          <a:lstStyle>
            <a:lvl1pPr algn="ctr">
              <a:defRPr sz="4000" spc="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ACE9BDE-37AB-2DA6-B4F2-3E7F0F66AB6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58945" y="1690688"/>
            <a:ext cx="3401568" cy="3401568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C2DFA44-C5AA-7A71-CCFD-2B79F5B2F95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80477" y="4856009"/>
            <a:ext cx="6358153" cy="1778000"/>
          </a:xfrm>
        </p:spPr>
        <p:txBody>
          <a:bodyPr>
            <a:normAutofit/>
          </a:bodyPr>
          <a:lstStyle>
            <a:lvl1pPr marL="0" indent="0" algn="ctr">
              <a:buNone/>
              <a:defRPr sz="2800" b="1" cap="all" spc="400" baseline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cap="all" baseline="0">
                <a:solidFill>
                  <a:schemeClr val="tx2">
                    <a:lumMod val="90000"/>
                    <a:lumOff val="10000"/>
                  </a:schemeClr>
                </a:solidFill>
                <a:latin typeface="+mj-lt"/>
              </a:defRPr>
            </a:lvl2pPr>
            <a:lvl3pPr marL="914400" indent="0">
              <a:buNone/>
              <a:defRPr cap="all" baseline="0">
                <a:solidFill>
                  <a:schemeClr val="tx2">
                    <a:lumMod val="90000"/>
                    <a:lumOff val="10000"/>
                  </a:schemeClr>
                </a:solidFill>
                <a:latin typeface="+mj-lt"/>
              </a:defRPr>
            </a:lvl3pPr>
            <a:lvl4pPr marL="1371600" indent="0">
              <a:buNone/>
              <a:defRPr cap="all" baseline="0">
                <a:solidFill>
                  <a:schemeClr val="tx2">
                    <a:lumMod val="90000"/>
                    <a:lumOff val="10000"/>
                  </a:schemeClr>
                </a:solidFill>
                <a:latin typeface="+mj-lt"/>
              </a:defRPr>
            </a:lvl4pPr>
            <a:lvl5pPr marL="1828800" indent="0">
              <a:buNone/>
              <a:defRPr cap="all" baseline="0">
                <a:solidFill>
                  <a:schemeClr val="tx2">
                    <a:lumMod val="90000"/>
                    <a:lumOff val="10000"/>
                  </a:schemeClr>
                </a:solidFill>
                <a:latin typeface="+mj-lt"/>
              </a:defRPr>
            </a:lvl5pPr>
          </a:lstStyle>
          <a:p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277306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89768" y="416664"/>
            <a:ext cx="7788938" cy="3221482"/>
          </a:xfrm>
        </p:spPr>
        <p:txBody>
          <a:bodyPr anchor="b">
            <a:noAutofit/>
          </a:bodyPr>
          <a:lstStyle>
            <a:lvl1pPr>
              <a:defRPr sz="4000" b="0" cap="none" spc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489768" y="4197347"/>
            <a:ext cx="778893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4000" b="0" i="0" cap="none" spc="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subtitle</a:t>
            </a:r>
          </a:p>
        </p:txBody>
      </p:sp>
      <p:grpSp>
        <p:nvGrpSpPr>
          <p:cNvPr id="7" name="Group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5131944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>
            <a:extLst>
              <a:ext uri="{FF2B5EF4-FFF2-40B4-BE49-F238E27FC236}">
                <a16:creationId xmlns:a16="http://schemas.microsoft.com/office/drawing/2014/main" id="{9D4F4AB8-D880-91F9-0D11-F20D0050D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74DB69F-EBF7-DEBE-7DFD-A9D36DCEDC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257300" y="2286000"/>
            <a:ext cx="4800600" cy="36195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B152-7103-4FFE-90AC-D94EB7F44A7E}" type="datetimeFigureOut">
              <a:rPr lang="en-US" smtClean="0"/>
              <a:t>12/7/24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02744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>
            <a:extLst>
              <a:ext uri="{FF2B5EF4-FFF2-40B4-BE49-F238E27FC236}">
                <a16:creationId xmlns:a16="http://schemas.microsoft.com/office/drawing/2014/main" id="{63A6D7BE-752B-EB58-A926-E58EBEF600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0428EF-AEF1-9AF0-0271-91E838A417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dirty="0"/>
              <a:t>Click to add 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dirty="0"/>
              <a:t>Click to add text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B152-7103-4FFE-90AC-D94EB7F44A7E}" type="datetimeFigureOut">
              <a:rPr lang="en-US" smtClean="0"/>
              <a:t>12/7/24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83235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>
            <a:extLst>
              <a:ext uri="{FF2B5EF4-FFF2-40B4-BE49-F238E27FC236}">
                <a16:creationId xmlns:a16="http://schemas.microsoft.com/office/drawing/2014/main" id="{A22F609B-DD4D-16EA-060F-7BFB50BA5B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6CFE02-2621-4755-7C89-6564B8F2F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B152-7103-4FFE-90AC-D94EB7F44A7E}" type="datetimeFigureOut">
              <a:rPr lang="en-US" smtClean="0"/>
              <a:t>12/7/24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935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6">
            <a:extLst>
              <a:ext uri="{FF2B5EF4-FFF2-40B4-BE49-F238E27FC236}">
                <a16:creationId xmlns:a16="http://schemas.microsoft.com/office/drawing/2014/main" id="{60DE4597-DCD7-DBB0-3265-E7EB70B26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EB0330-0047-93B1-0E5A-30782D065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B152-7103-4FFE-90AC-D94EB7F44A7E}" type="datetimeFigureOut">
              <a:rPr lang="en-US" smtClean="0"/>
              <a:t>12/7/24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635196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EF63B152-7103-4FFE-90AC-D94EB7F44A7E}" type="datetimeFigureOut">
              <a:rPr lang="en-US" smtClean="0"/>
              <a:t>12/7/24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8072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2" r:id="rId3"/>
    <p:sldLayoutId id="2147483673" r:id="rId4"/>
    <p:sldLayoutId id="2147483674" r:id="rId5"/>
    <p:sldLayoutId id="2147483675" r:id="rId6"/>
    <p:sldLayoutId id="2147483663" r:id="rId7"/>
    <p:sldLayoutId id="2147483664" r:id="rId8"/>
    <p:sldLayoutId id="2147483665" r:id="rId9"/>
    <p:sldLayoutId id="2147483666" r:id="rId10"/>
    <p:sldLayoutId id="214748366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Science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Materials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All materials can be classified based on their properties.</a:t>
            </a:r>
          </a:p>
          <a:p>
            <a:r>
              <a:t>• We use different materials for different purposes.</a:t>
            </a:r>
          </a:p>
          <a:p>
            <a:r>
              <a:t>• Materials can be natural (found in nature) or man-made (created by humans).</a:t>
            </a:r>
          </a:p>
          <a:p>
            <a:r>
              <a:t>• Sorting materials helps us understand their uses and importance.</a:t>
            </a:r>
          </a:p>
          <a:p>
            <a:r>
              <a:t>• Good sorting habits help keep our environment clean and safe.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Properties of Materials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Here are the concise points for the slide:</a:t>
            </a:r>
          </a:p>
          <a:p/>
          <a:p>
            <a:r>
              <a:t>• **Natural vs Artificial**: Materials can be natural (e.g., wood, water) or artificial (e.g., plastic, metal).</a:t>
            </a:r>
          </a:p>
          <a:p>
            <a:r>
              <a:t>• **Living vs Non-Living**: Materials can support life (e.g., food, air) or not (e.g., stone, metal).</a:t>
            </a:r>
          </a:p>
          <a:p>
            <a:r>
              <a:t>• **Sustainable vs Non-Sustainable**: Some materials are renewable (e.g., bamboo, sunlight), while others are non-renewable (e.g., coal, oil).</a:t>
            </a:r>
          </a:p>
          <a:p>
            <a:r>
              <a:t>• **Durable vs Fragile**: Materials can be strong and long-lasting (e.g., steel, concrete) or weak and easily damaged (e.g., glass, paper).</a:t>
            </a:r>
          </a:p>
          <a:p>
            <a:r>
              <a:t>• **Recyclable vs Non-Recyclable**: Some materials can be reused (e.g., plastic bottles, metal cans), while others cannot (e.g., food waste, cloth).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Grouping Based on Properties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Here are the concise points for the slide:</a:t>
            </a:r>
          </a:p>
          <a:p/>
          <a:p>
            <a:r>
              <a:t>1. **Sorting is a way of life**: Learn to sort things correctly, it helps us make good decisions.</a:t>
            </a:r>
          </a:p>
          <a:p>
            <a:r>
              <a:t>2. **Materials have properties**: Look at texture, color, shape, and smell to group materials.</a:t>
            </a:r>
          </a:p>
          <a:p>
            <a:r>
              <a:t>3. **Similarities lead to groups**: Group materials that share similar properties, like all metals or all fabrics.</a:t>
            </a:r>
          </a:p>
          <a:p>
            <a:r>
              <a:t>4. **Use everyday examples**: Use everyday objects like toys, food, and stationery to practice sorting.</a:t>
            </a:r>
          </a:p>
          <a:p>
            <a:r>
              <a:t>5. **Help others by categorizing**: Develop a habit of grouping things, it helps us help others in our daily lives.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Activity: Sorting Materials - Hands-on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Here are the concise points:</a:t>
            </a:r>
          </a:p>
          <a:p/>
          <a:p>
            <a:r>
              <a:t>• **Sorting Materials**: Students will sort materials into groups based on their properties, such as magnetic, conductive, or non-conductive.</a:t>
            </a:r>
          </a:p>
          <a:p>
            <a:r>
              <a:t>• **Grouping Criteria**: Students will identify and use criteria like texture, color, size, shape, weight, and smell to group materials.</a:t>
            </a:r>
          </a:p>
          <a:p>
            <a:r>
              <a:t>• **Responsibility**: Students will learn to take responsibility for handling materials safely and carefully during the activity.</a:t>
            </a:r>
          </a:p>
          <a:p>
            <a:r>
              <a:t>• **Scientific Thinking**: Students will apply scientific thinking skills by observing, hypothesizing, and testing their sorting decisions.</a:t>
            </a:r>
          </a:p>
          <a:p>
            <a:r>
              <a:t>• **Teamwork**: Students will work in pairs or small groups to sort materials, promoting teamwork and collaboration.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Materials Around Us - Real-life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Natural materials: Wood (from trees), Clay (formed by nature), Rocks (mined from earth)</a:t>
            </a:r>
          </a:p>
          <a:p>
            <a:r>
              <a:t>• Man-made materials: Plastics, Fabric, Paper</a:t>
            </a:r>
          </a:p>
          <a:p>
            <a:r>
              <a:t>• Recyclable materials: Glass bottles, Metal cans, Plastic bottles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Understanding Hardness and Softness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Hard materials are those that cannot be easily scratched or bent.</a:t>
            </a:r>
          </a:p>
          <a:p>
            <a:r>
              <a:t>• Soft materials can be easily scratched or bent, like a pencil lead breaking under pressure.</a:t>
            </a:r>
          </a:p>
          <a:p>
            <a:r>
              <a:t>• Objects with high hardness help us in daily life, e.g., nails and tools protect us from harm.</a:t>
            </a:r>
          </a:p>
          <a:p>
            <a:r>
              <a:t>• We should handle soft objects carefully to avoid causing damage to them or harming others.</a:t>
            </a:r>
          </a:p>
          <a:p>
            <a:r>
              <a:t>• Materials have different hardness levels, helping us sort them into groups for various uses.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Educational Values in Group Activities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Here are 5 concise points for the slide:</a:t>
            </a:r>
          </a:p>
          <a:p/>
          <a:p>
            <a:r>
              <a:t>1. **Cooperation**: Group activities promote teamwork, mutual respect, and cooperation among students.</a:t>
            </a:r>
          </a:p>
          <a:p>
            <a:r>
              <a:t>2. **Responsibility**: Each student is responsible for contributing their part in group work, promoting a sense of accountability.</a:t>
            </a:r>
          </a:p>
          <a:p>
            <a:r>
              <a:t>3. **Communication**: Effective communication helps group members understand each other's ideas, skills, and strengths.</a:t>
            </a:r>
          </a:p>
          <a:p>
            <a:r>
              <a:t>4. **Respect for Others' Opinions**: Group activities encourage students to value and respect the opinions of others, even if they differ from their own.</a:t>
            </a:r>
          </a:p>
          <a:p>
            <a:r>
              <a:t>5. **Perseverance and Patience**: Working in groups requires patience and perseverance to achieve a common goal, teaching valuable life skills.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Experiment: Testing Strength of Materials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Here are the concise points:</a:t>
            </a:r>
          </a:p>
          <a:p/>
          <a:p>
            <a:r>
              <a:t>• **Question**: How strong is a material?</a:t>
            </a:r>
          </a:p>
          <a:p>
            <a:r>
              <a:t>• **Hypothesis**: We think materials like wood, metal, and plastic have different strengths.</a:t>
            </a:r>
          </a:p>
          <a:p>
            <a:r>
              <a:t>• **Procedure**:</a:t>
            </a:r>
          </a:p>
          <a:p>
            <a:r>
              <a:t>  • Cut three equal pieces of each material (wood, metal, and plastic).</a:t>
            </a:r>
          </a:p>
          <a:p>
            <a:r>
              <a:t>  • Attach weights to each piece using a spring balance.</a:t>
            </a:r>
          </a:p>
          <a:p>
            <a:r>
              <a:t>  • Measure and record the weight each piece can hold before breaking.</a:t>
            </a:r>
          </a:p>
          <a:p>
            <a:r>
              <a:t>• **Observation**: Which material broke first?</a:t>
            </a:r>
          </a:p>
          <a:p>
            <a:r>
              <a:t>• **Conclusion**: Our results show that different materials have different strengths; some are stronger than others.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Environmental Impact of Different Materials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Here are the concise points:</a:t>
            </a:r>
          </a:p>
          <a:p/>
          <a:p>
            <a:r>
              <a:t>• **Biodegradable Materials**: Made from plants or animals, break down easily in nature (e.g., food waste, leaves), teach students about reducing waste.</a:t>
            </a:r>
          </a:p>
          <a:p>
            <a:r>
              <a:t>• **Non-Biodegradable Materials**: Take years to decompose, harm environment (e.g., plastic bags, bottles), discuss responsible disposal practices.</a:t>
            </a:r>
          </a:p>
          <a:p>
            <a:r>
              <a:t>• **Reversible Materials**: Can be reused many times without degrading (e.g., metal cans, glass jars), emphasize recycling importance.</a:t>
            </a:r>
          </a:p>
          <a:p>
            <a:r>
              <a:t>• **Perishable Materials**: Spoil quickly if not used or stored properly (e.g., fruits, vegetables), teach students about food conservation.</a:t>
            </a:r>
          </a:p>
          <a:p>
            <a:r>
              <a:t>• **Sustainable Materials**: Derived from renewable resources, minimize harm to environment (e.g., bamboo, recycled paper), encourage eco-friendly choices.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and Reflections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We can group materials into three main categories: natural, man-made, and recycled.</a:t>
            </a:r>
          </a:p>
          <a:p>
            <a:r>
              <a:t>• Sorting materials helps us understand their properties and uses.</a:t>
            </a:r>
          </a:p>
          <a:p>
            <a:r>
              <a:t>• It's essential to recycle and reuse materials to conserve resources and reduce waste.</a:t>
            </a:r>
          </a:p>
          <a:p>
            <a:r>
              <a:t>• This skill will help us make informed decisions about our daily choices.</a:t>
            </a:r>
          </a:p>
          <a:p>
            <a:r>
              <a:t>• Responsibility towards the environment is a valuable life skill we've learned.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Custom 91">
      <a:majorFont>
        <a:latin typeface="Bodoni MT"/>
        <a:ea typeface=""/>
        <a:cs typeface=""/>
      </a:majorFont>
      <a:minorFont>
        <a:latin typeface="Times New Roman"/>
        <a:ea typeface=""/>
        <a:cs typeface="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55916208_Getting to know your teacher_win32_SL_V2" id="{117468CD-FD74-421B-80C2-54C2E280903C}" vid="{F6B88795-ACAF-4739-9DA3-36C970FAD28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7C86D29A-1D88-4D18-B841-9AD5C53CCBA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44E3E8A-D7DE-4632-A6FA-1031EE32A30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A5E3014-9C46-494C-AF13-AC5040852AE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115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6" baseType="lpstr">
      <vt:lpstr>Arial</vt:lpstr>
      <vt:lpstr>Bodoni MT</vt:lpstr>
      <vt:lpstr>Calibri</vt:lpstr>
      <vt:lpstr>Gill Sans MT</vt:lpstr>
      <vt:lpstr>Times New Roman</vt:lpstr>
      <vt:lpstr>Badge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Getting to know your teacher</dc:title>
  <cp:lastModifiedBy>prashant choudhary</cp:lastModifiedBy>
  <cp:revision>2</cp:revision>
  <dcterms:created xsi:type="dcterms:W3CDTF">2023-12-06T07:13:22Z</dcterms:created>
  <dcterms:modified xsi:type="dcterms:W3CDTF">2024-12-07T09:55:38Z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